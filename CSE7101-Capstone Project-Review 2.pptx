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69" r:id="rId3"/>
    <p:sldId id="257" r:id="rId4"/>
    <p:sldId id="273" r:id="rId5"/>
    <p:sldId id="268" r:id="rId6"/>
    <p:sldId id="281" r:id="rId7"/>
    <p:sldId id="274" r:id="rId8"/>
    <p:sldId id="276" r:id="rId9"/>
    <p:sldId id="278" r:id="rId10"/>
    <p:sldId id="277" r:id="rId11"/>
    <p:sldId id="280" r:id="rId12"/>
    <p:sldId id="282" r:id="rId13"/>
    <p:sldId id="279" r:id="rId14"/>
    <p:sldId id="270" r:id="rId15"/>
    <p:sldId id="265" r:id="rId16"/>
    <p:sldId id="266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86" autoAdjust="0"/>
    <p:restoredTop sz="94660"/>
  </p:normalViewPr>
  <p:slideViewPr>
    <p:cSldViewPr snapToGrid="0">
      <p:cViewPr>
        <p:scale>
          <a:sx n="75" d="100"/>
          <a:sy n="75" d="100"/>
        </p:scale>
        <p:origin x="82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8B9AACA-12ED-45D7-9382-CF0900B5639F}" type="doc">
      <dgm:prSet loTypeId="urn:microsoft.com/office/officeart/2011/layout/InterconnectedBlock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D168EEA2-0B91-49B7-85FD-9F34C4ADD1CD}">
      <dgm:prSet phldrT="[Text]"/>
      <dgm:spPr/>
      <dgm:t>
        <a:bodyPr/>
        <a:lstStyle/>
        <a:p>
          <a:r>
            <a:rPr lang="en-IN" dirty="0"/>
            <a:t>Review 1</a:t>
          </a:r>
        </a:p>
      </dgm:t>
    </dgm:pt>
    <dgm:pt modelId="{BFDF3CA8-FDCA-46ED-ADE1-11DAC1B0F237}" type="parTrans" cxnId="{E0614D55-9F1B-47D0-8D1C-1EBABA523B03}">
      <dgm:prSet/>
      <dgm:spPr/>
      <dgm:t>
        <a:bodyPr/>
        <a:lstStyle/>
        <a:p>
          <a:endParaRPr lang="en-IN"/>
        </a:p>
      </dgm:t>
    </dgm:pt>
    <dgm:pt modelId="{026A5A93-4FD7-461B-8C16-D307672B704E}" type="sibTrans" cxnId="{E0614D55-9F1B-47D0-8D1C-1EBABA523B03}">
      <dgm:prSet/>
      <dgm:spPr/>
      <dgm:t>
        <a:bodyPr/>
        <a:lstStyle/>
        <a:p>
          <a:endParaRPr lang="en-IN"/>
        </a:p>
      </dgm:t>
    </dgm:pt>
    <dgm:pt modelId="{57F066AE-1C38-45EF-9904-F33020AB6821}">
      <dgm:prSet phldrT="[Text]" custT="1"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IN" sz="1400" b="0" dirty="0"/>
            <a:t>Problem statement objectives.</a:t>
          </a:r>
        </a:p>
      </dgm:t>
    </dgm:pt>
    <dgm:pt modelId="{F15C6109-9295-4A67-A5DD-CBBA30721E4E}" type="parTrans" cxnId="{C50AFD34-C35D-4D7C-8A45-10432E777717}">
      <dgm:prSet/>
      <dgm:spPr/>
      <dgm:t>
        <a:bodyPr/>
        <a:lstStyle/>
        <a:p>
          <a:endParaRPr lang="en-IN"/>
        </a:p>
      </dgm:t>
    </dgm:pt>
    <dgm:pt modelId="{91ED4030-C6F6-4F63-B6AC-B51B0FF3A2A8}" type="sibTrans" cxnId="{C50AFD34-C35D-4D7C-8A45-10432E777717}">
      <dgm:prSet/>
      <dgm:spPr/>
      <dgm:t>
        <a:bodyPr/>
        <a:lstStyle/>
        <a:p>
          <a:endParaRPr lang="en-IN"/>
        </a:p>
      </dgm:t>
    </dgm:pt>
    <dgm:pt modelId="{88B73A3B-A72D-430E-800C-B4EE2409D073}">
      <dgm:prSet phldrT="[Text]"/>
      <dgm:spPr/>
      <dgm:t>
        <a:bodyPr/>
        <a:lstStyle/>
        <a:p>
          <a:r>
            <a:rPr lang="en-IN" dirty="0"/>
            <a:t>Review 2</a:t>
          </a:r>
        </a:p>
      </dgm:t>
    </dgm:pt>
    <dgm:pt modelId="{9FE3D4A4-B74E-4D68-A85F-C27A34729BEB}" type="parTrans" cxnId="{F6CC2375-6DA5-45E3-8091-887D1194C9A6}">
      <dgm:prSet/>
      <dgm:spPr/>
      <dgm:t>
        <a:bodyPr/>
        <a:lstStyle/>
        <a:p>
          <a:endParaRPr lang="en-IN"/>
        </a:p>
      </dgm:t>
    </dgm:pt>
    <dgm:pt modelId="{EE401022-DE69-4505-B40B-23CEF090CDCC}" type="sibTrans" cxnId="{F6CC2375-6DA5-45E3-8091-887D1194C9A6}">
      <dgm:prSet/>
      <dgm:spPr/>
      <dgm:t>
        <a:bodyPr/>
        <a:lstStyle/>
        <a:p>
          <a:endParaRPr lang="en-IN"/>
        </a:p>
      </dgm:t>
    </dgm:pt>
    <dgm:pt modelId="{15CB87DC-631D-4A26-B026-704F66BEB045}">
      <dgm:prSet phldrT="[Text]" custT="1"/>
      <dgm:spPr/>
      <dgm:t>
        <a:bodyPr/>
        <a:lstStyle/>
        <a:p>
          <a:pPr algn="l">
            <a:buNone/>
          </a:pPr>
          <a:r>
            <a:rPr lang="en-US" sz="1400" b="0"/>
            <a:t>Basic ML model skin disease classification.</a:t>
          </a:r>
          <a:endParaRPr lang="en-IN" sz="1400" b="0" dirty="0"/>
        </a:p>
      </dgm:t>
    </dgm:pt>
    <dgm:pt modelId="{1F901250-4C48-4DC3-A72A-54743BBA9903}" type="parTrans" cxnId="{6F7CB359-1B37-404B-B01B-DBAF1FB23807}">
      <dgm:prSet/>
      <dgm:spPr/>
      <dgm:t>
        <a:bodyPr/>
        <a:lstStyle/>
        <a:p>
          <a:endParaRPr lang="en-IN"/>
        </a:p>
      </dgm:t>
    </dgm:pt>
    <dgm:pt modelId="{6891609F-593A-4337-9664-73E9F4B3D52A}" type="sibTrans" cxnId="{6F7CB359-1B37-404B-B01B-DBAF1FB23807}">
      <dgm:prSet/>
      <dgm:spPr/>
      <dgm:t>
        <a:bodyPr/>
        <a:lstStyle/>
        <a:p>
          <a:endParaRPr lang="en-IN"/>
        </a:p>
      </dgm:t>
    </dgm:pt>
    <dgm:pt modelId="{CE78B3F6-EC18-438A-965F-E0E7954B8792}">
      <dgm:prSet phldrT="[Text]"/>
      <dgm:spPr/>
      <dgm:t>
        <a:bodyPr/>
        <a:lstStyle/>
        <a:p>
          <a:r>
            <a:rPr lang="en-IN" dirty="0"/>
            <a:t>Review 3</a:t>
          </a:r>
        </a:p>
      </dgm:t>
    </dgm:pt>
    <dgm:pt modelId="{FC5C70B7-354E-467F-A087-94503387AD6D}" type="parTrans" cxnId="{BF6814C7-D7E8-46B4-8B36-EB9BE2C3F0D3}">
      <dgm:prSet/>
      <dgm:spPr/>
      <dgm:t>
        <a:bodyPr/>
        <a:lstStyle/>
        <a:p>
          <a:endParaRPr lang="en-IN"/>
        </a:p>
      </dgm:t>
    </dgm:pt>
    <dgm:pt modelId="{A75A23D5-2605-42CB-B821-733B4193B3DE}" type="sibTrans" cxnId="{BF6814C7-D7E8-46B4-8B36-EB9BE2C3F0D3}">
      <dgm:prSet/>
      <dgm:spPr/>
      <dgm:t>
        <a:bodyPr/>
        <a:lstStyle/>
        <a:p>
          <a:endParaRPr lang="en-IN"/>
        </a:p>
      </dgm:t>
    </dgm:pt>
    <dgm:pt modelId="{EC697C30-9154-484B-86CE-8FE7DB032E26}">
      <dgm:prSet phldrT="[Text]" custT="1"/>
      <dgm:spPr/>
      <dgm:t>
        <a:bodyPr/>
        <a:lstStyle/>
        <a:p>
          <a:pPr algn="l"/>
          <a:r>
            <a:rPr lang="en-IN" sz="1400" b="0" dirty="0"/>
            <a:t>Develop a mobile app.</a:t>
          </a:r>
        </a:p>
      </dgm:t>
    </dgm:pt>
    <dgm:pt modelId="{E5CB9EB1-08D0-4963-BAF5-239076CCAFEE}" type="parTrans" cxnId="{0AC24B1A-115B-4F6D-9989-F7D14E0C5A86}">
      <dgm:prSet/>
      <dgm:spPr/>
      <dgm:t>
        <a:bodyPr/>
        <a:lstStyle/>
        <a:p>
          <a:endParaRPr lang="en-IN"/>
        </a:p>
      </dgm:t>
    </dgm:pt>
    <dgm:pt modelId="{13927C08-FDAD-4065-97D6-AC4E3D569CBB}" type="sibTrans" cxnId="{0AC24B1A-115B-4F6D-9989-F7D14E0C5A86}">
      <dgm:prSet/>
      <dgm:spPr/>
      <dgm:t>
        <a:bodyPr/>
        <a:lstStyle/>
        <a:p>
          <a:endParaRPr lang="en-IN"/>
        </a:p>
      </dgm:t>
    </dgm:pt>
    <dgm:pt modelId="{CEF97759-116F-422C-B7CC-7442D34073E8}">
      <dgm:prSet phldrT="[Text]" custT="1"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IN" sz="1400" b="0" dirty="0"/>
            <a:t>Datasets proposed methodology.</a:t>
          </a:r>
        </a:p>
      </dgm:t>
    </dgm:pt>
    <dgm:pt modelId="{0C7EC8F7-02F2-4404-A15B-9F0356AFD396}" type="parTrans" cxnId="{C0C6F73C-6AFD-4D0A-93FA-164ADC8876BA}">
      <dgm:prSet/>
      <dgm:spPr/>
      <dgm:t>
        <a:bodyPr/>
        <a:lstStyle/>
        <a:p>
          <a:endParaRPr lang="en-IN"/>
        </a:p>
      </dgm:t>
    </dgm:pt>
    <dgm:pt modelId="{3842B86A-ACBE-4DEB-9B6D-C6525E2E0A34}" type="sibTrans" cxnId="{C0C6F73C-6AFD-4D0A-93FA-164ADC8876BA}">
      <dgm:prSet/>
      <dgm:spPr/>
      <dgm:t>
        <a:bodyPr/>
        <a:lstStyle/>
        <a:p>
          <a:endParaRPr lang="en-IN"/>
        </a:p>
      </dgm:t>
    </dgm:pt>
    <dgm:pt modelId="{EB14021E-031C-4F51-8A6B-8471BBE3DB13}">
      <dgm:prSet phldrT="[Text]" custT="1"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IN" sz="1400" b="0" dirty="0"/>
            <a:t>Project objective and scope documentation.</a:t>
          </a:r>
        </a:p>
      </dgm:t>
    </dgm:pt>
    <dgm:pt modelId="{8997CAF9-A0F7-4489-B082-CF11B0F6CF2F}" type="parTrans" cxnId="{D4F9802F-AE3F-49D1-AF29-F74264A5AC65}">
      <dgm:prSet/>
      <dgm:spPr/>
      <dgm:t>
        <a:bodyPr/>
        <a:lstStyle/>
        <a:p>
          <a:endParaRPr lang="en-IN"/>
        </a:p>
      </dgm:t>
    </dgm:pt>
    <dgm:pt modelId="{ECAD1E64-4655-4041-807E-706200C63992}" type="sibTrans" cxnId="{D4F9802F-AE3F-49D1-AF29-F74264A5AC65}">
      <dgm:prSet/>
      <dgm:spPr/>
      <dgm:t>
        <a:bodyPr/>
        <a:lstStyle/>
        <a:p>
          <a:endParaRPr lang="en-IN"/>
        </a:p>
      </dgm:t>
    </dgm:pt>
    <dgm:pt modelId="{74D8877A-B57B-4630-B9B9-7D0FD9944475}">
      <dgm:prSet phldrT="[Text]" custT="1"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IN" sz="1400" b="0" dirty="0"/>
            <a:t>Initial presentation of approach and planned tech stack.</a:t>
          </a:r>
        </a:p>
      </dgm:t>
    </dgm:pt>
    <dgm:pt modelId="{0842C704-018F-4E27-8F0A-054CD4D161FA}" type="parTrans" cxnId="{BA7D7320-4C57-4861-BD46-5CA5002CA371}">
      <dgm:prSet/>
      <dgm:spPr/>
      <dgm:t>
        <a:bodyPr/>
        <a:lstStyle/>
        <a:p>
          <a:endParaRPr lang="en-IN"/>
        </a:p>
      </dgm:t>
    </dgm:pt>
    <dgm:pt modelId="{3FB80704-002A-4D5B-ACFB-3D8AE1E2962B}" type="sibTrans" cxnId="{BA7D7320-4C57-4861-BD46-5CA5002CA371}">
      <dgm:prSet/>
      <dgm:spPr/>
      <dgm:t>
        <a:bodyPr/>
        <a:lstStyle/>
        <a:p>
          <a:endParaRPr lang="en-IN"/>
        </a:p>
      </dgm:t>
    </dgm:pt>
    <dgm:pt modelId="{0707A9D3-8076-403E-B7D2-B2A4F57D384C}">
      <dgm:prSet phldrT="[Text]" custT="1"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endParaRPr lang="en-IN" sz="1400" b="0" dirty="0"/>
        </a:p>
      </dgm:t>
    </dgm:pt>
    <dgm:pt modelId="{1707A8C7-C2A8-40AD-9AE0-B0350B1E0056}" type="parTrans" cxnId="{86E5009A-E855-4D79-974A-D2AF13AE07C2}">
      <dgm:prSet/>
      <dgm:spPr/>
      <dgm:t>
        <a:bodyPr/>
        <a:lstStyle/>
        <a:p>
          <a:endParaRPr lang="en-IN"/>
        </a:p>
      </dgm:t>
    </dgm:pt>
    <dgm:pt modelId="{CA40EEC6-F46E-4036-9C70-7EF3CD56C652}" type="sibTrans" cxnId="{86E5009A-E855-4D79-974A-D2AF13AE07C2}">
      <dgm:prSet/>
      <dgm:spPr/>
      <dgm:t>
        <a:bodyPr/>
        <a:lstStyle/>
        <a:p>
          <a:endParaRPr lang="en-IN"/>
        </a:p>
      </dgm:t>
    </dgm:pt>
    <dgm:pt modelId="{A65A4DE7-A071-4A96-80E0-5158A5DA8D34}">
      <dgm:prSet phldrT="[Text]" custT="1"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endParaRPr lang="en-IN" sz="1400" b="0" dirty="0"/>
        </a:p>
      </dgm:t>
    </dgm:pt>
    <dgm:pt modelId="{35C79F37-3F20-4AFF-AC56-0970FB7ED867}" type="parTrans" cxnId="{7A4619BF-FB91-42F1-A3BA-70F70DB5D1E4}">
      <dgm:prSet/>
      <dgm:spPr/>
      <dgm:t>
        <a:bodyPr/>
        <a:lstStyle/>
        <a:p>
          <a:endParaRPr lang="en-IN"/>
        </a:p>
      </dgm:t>
    </dgm:pt>
    <dgm:pt modelId="{E367E273-F047-4056-AC23-F3FC113F5B05}" type="sibTrans" cxnId="{7A4619BF-FB91-42F1-A3BA-70F70DB5D1E4}">
      <dgm:prSet/>
      <dgm:spPr/>
      <dgm:t>
        <a:bodyPr/>
        <a:lstStyle/>
        <a:p>
          <a:endParaRPr lang="en-IN"/>
        </a:p>
      </dgm:t>
    </dgm:pt>
    <dgm:pt modelId="{E6E3A426-BF2C-4DAA-94C5-738615FACE1F}">
      <dgm:prSet phldrT="[Text]" custT="1"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endParaRPr lang="en-IN" sz="1400" b="0" dirty="0"/>
        </a:p>
      </dgm:t>
    </dgm:pt>
    <dgm:pt modelId="{1530AC06-2A53-4BD7-A3D2-83FDD7129458}" type="parTrans" cxnId="{CCC1249C-23A7-4368-97B5-A0AB6B25A5B1}">
      <dgm:prSet/>
      <dgm:spPr/>
      <dgm:t>
        <a:bodyPr/>
        <a:lstStyle/>
        <a:p>
          <a:endParaRPr lang="en-IN"/>
        </a:p>
      </dgm:t>
    </dgm:pt>
    <dgm:pt modelId="{6D6DE961-30C7-4A8E-B1D0-1EBC88DE217A}" type="sibTrans" cxnId="{CCC1249C-23A7-4368-97B5-A0AB6B25A5B1}">
      <dgm:prSet/>
      <dgm:spPr/>
      <dgm:t>
        <a:bodyPr/>
        <a:lstStyle/>
        <a:p>
          <a:endParaRPr lang="en-IN"/>
        </a:p>
      </dgm:t>
    </dgm:pt>
    <dgm:pt modelId="{82732964-050D-4BBE-82E3-A4FB0EF4947F}">
      <dgm:prSet phldrT="[Text]" custT="1"/>
      <dgm:spPr/>
      <dgm:t>
        <a:bodyPr/>
        <a:lstStyle/>
        <a:p>
          <a:pPr algn="l"/>
          <a:r>
            <a:rPr lang="en-IN" sz="1400" b="0" dirty="0"/>
            <a:t>Integrate the ML model into the app using TensorFlow Lite for offline prediction.</a:t>
          </a:r>
        </a:p>
      </dgm:t>
    </dgm:pt>
    <dgm:pt modelId="{C585E9DE-8EC8-4FE1-AD12-DB1695B637E3}" type="parTrans" cxnId="{00241578-CA64-434B-8230-0086A58AF31F}">
      <dgm:prSet/>
      <dgm:spPr/>
      <dgm:t>
        <a:bodyPr/>
        <a:lstStyle/>
        <a:p>
          <a:endParaRPr lang="en-IN"/>
        </a:p>
      </dgm:t>
    </dgm:pt>
    <dgm:pt modelId="{31D930DA-5923-40E4-96E8-9439C87A588D}" type="sibTrans" cxnId="{00241578-CA64-434B-8230-0086A58AF31F}">
      <dgm:prSet/>
      <dgm:spPr/>
      <dgm:t>
        <a:bodyPr/>
        <a:lstStyle/>
        <a:p>
          <a:endParaRPr lang="en-IN"/>
        </a:p>
      </dgm:t>
    </dgm:pt>
    <dgm:pt modelId="{14C8A092-E696-4013-8F8C-83D0A11FEE47}">
      <dgm:prSet phldrT="[Text]" custT="1"/>
      <dgm:spPr/>
      <dgm:t>
        <a:bodyPr/>
        <a:lstStyle/>
        <a:p>
          <a:pPr algn="l"/>
          <a:endParaRPr lang="en-IN" sz="1400" b="0" dirty="0"/>
        </a:p>
      </dgm:t>
    </dgm:pt>
    <dgm:pt modelId="{1029DEC3-F8A1-4701-9F5B-B4C0DE69C16A}" type="parTrans" cxnId="{2DFC0763-CC66-4B1B-878B-68EB73B82A64}">
      <dgm:prSet/>
      <dgm:spPr/>
      <dgm:t>
        <a:bodyPr/>
        <a:lstStyle/>
        <a:p>
          <a:endParaRPr lang="en-IN"/>
        </a:p>
      </dgm:t>
    </dgm:pt>
    <dgm:pt modelId="{88EB458E-E975-47AE-9688-5E3ADD7C7214}" type="sibTrans" cxnId="{2DFC0763-CC66-4B1B-878B-68EB73B82A64}">
      <dgm:prSet/>
      <dgm:spPr/>
      <dgm:t>
        <a:bodyPr/>
        <a:lstStyle/>
        <a:p>
          <a:endParaRPr lang="en-IN"/>
        </a:p>
      </dgm:t>
    </dgm:pt>
    <dgm:pt modelId="{280C704E-B56C-4183-812E-15EB71BACEA1}">
      <dgm:prSet phldrT="[Text]" custT="1"/>
      <dgm:spPr/>
      <dgm:t>
        <a:bodyPr/>
        <a:lstStyle/>
        <a:p>
          <a:pPr algn="l"/>
          <a:r>
            <a:rPr lang="en-IN" sz="1400" b="0" dirty="0"/>
            <a:t>Fully functional mobile App prototype.</a:t>
          </a:r>
        </a:p>
      </dgm:t>
    </dgm:pt>
    <dgm:pt modelId="{B90115FB-DE7A-4738-BA52-2C4852233D97}" type="parTrans" cxnId="{FDA22732-A3E8-4E10-BAD1-DBFF1841F79F}">
      <dgm:prSet/>
      <dgm:spPr/>
      <dgm:t>
        <a:bodyPr/>
        <a:lstStyle/>
        <a:p>
          <a:endParaRPr lang="en-IN"/>
        </a:p>
      </dgm:t>
    </dgm:pt>
    <dgm:pt modelId="{2492202E-4BF3-4688-B720-A175DDB1B96A}" type="sibTrans" cxnId="{FDA22732-A3E8-4E10-BAD1-DBFF1841F79F}">
      <dgm:prSet/>
      <dgm:spPr/>
      <dgm:t>
        <a:bodyPr/>
        <a:lstStyle/>
        <a:p>
          <a:endParaRPr lang="en-IN"/>
        </a:p>
      </dgm:t>
    </dgm:pt>
    <dgm:pt modelId="{8E2BF931-62E2-4D25-A917-3A89C9880DC7}">
      <dgm:prSet phldrT="[Text]" custT="1"/>
      <dgm:spPr/>
      <dgm:t>
        <a:bodyPr/>
        <a:lstStyle/>
        <a:p>
          <a:pPr algn="l"/>
          <a:endParaRPr lang="en-IN" sz="1400" b="0" dirty="0"/>
        </a:p>
      </dgm:t>
    </dgm:pt>
    <dgm:pt modelId="{EA886C4E-452C-4E70-9F13-71F65BBC6ADA}" type="parTrans" cxnId="{5E9F258A-95D0-4E51-AB20-26525D37C8AF}">
      <dgm:prSet/>
      <dgm:spPr/>
      <dgm:t>
        <a:bodyPr/>
        <a:lstStyle/>
        <a:p>
          <a:endParaRPr lang="en-IN"/>
        </a:p>
      </dgm:t>
    </dgm:pt>
    <dgm:pt modelId="{C02FFBC5-4F87-4A44-AF52-263DD7736889}" type="sibTrans" cxnId="{5E9F258A-95D0-4E51-AB20-26525D37C8AF}">
      <dgm:prSet/>
      <dgm:spPr/>
      <dgm:t>
        <a:bodyPr/>
        <a:lstStyle/>
        <a:p>
          <a:endParaRPr lang="en-IN"/>
        </a:p>
      </dgm:t>
    </dgm:pt>
    <dgm:pt modelId="{9FFFF1EA-3BFE-42E8-AD02-22F7E52550F3}">
      <dgm:prSet phldrT="[Text]" custT="1"/>
      <dgm:spPr/>
      <dgm:t>
        <a:bodyPr/>
        <a:lstStyle/>
        <a:p>
          <a:pPr algn="l"/>
          <a:r>
            <a:rPr lang="en-IN" sz="1400" b="0" dirty="0"/>
            <a:t>Final presentation/demo</a:t>
          </a:r>
        </a:p>
      </dgm:t>
    </dgm:pt>
    <dgm:pt modelId="{DD89A67B-5AFF-4130-A9AD-413C731FD349}" type="parTrans" cxnId="{FA15C4EE-632A-420E-9E9D-45524F10CB56}">
      <dgm:prSet/>
      <dgm:spPr/>
      <dgm:t>
        <a:bodyPr/>
        <a:lstStyle/>
        <a:p>
          <a:endParaRPr lang="en-IN"/>
        </a:p>
      </dgm:t>
    </dgm:pt>
    <dgm:pt modelId="{00030E29-8632-43A9-B508-CD9791478B45}" type="sibTrans" cxnId="{FA15C4EE-632A-420E-9E9D-45524F10CB56}">
      <dgm:prSet/>
      <dgm:spPr/>
      <dgm:t>
        <a:bodyPr/>
        <a:lstStyle/>
        <a:p>
          <a:endParaRPr lang="en-IN"/>
        </a:p>
      </dgm:t>
    </dgm:pt>
    <dgm:pt modelId="{91C9980A-EE5B-486B-8E34-65A42E0AB44B}">
      <dgm:prSet phldrT="[Text]" custT="1"/>
      <dgm:spPr/>
      <dgm:t>
        <a:bodyPr/>
        <a:lstStyle/>
        <a:p>
          <a:pPr algn="l"/>
          <a:endParaRPr lang="en-IN" sz="1400" b="0" dirty="0"/>
        </a:p>
      </dgm:t>
    </dgm:pt>
    <dgm:pt modelId="{8CA38936-5836-44E6-B4BD-C564B12AAFB4}" type="parTrans" cxnId="{A7E803F9-1286-46B3-8452-CD61ACF13F4B}">
      <dgm:prSet/>
      <dgm:spPr/>
      <dgm:t>
        <a:bodyPr/>
        <a:lstStyle/>
        <a:p>
          <a:endParaRPr lang="en-IN"/>
        </a:p>
      </dgm:t>
    </dgm:pt>
    <dgm:pt modelId="{F87EB8E0-DD03-44DA-ACE6-61AAFF051F42}" type="sibTrans" cxnId="{A7E803F9-1286-46B3-8452-CD61ACF13F4B}">
      <dgm:prSet/>
      <dgm:spPr/>
      <dgm:t>
        <a:bodyPr/>
        <a:lstStyle/>
        <a:p>
          <a:endParaRPr lang="en-IN"/>
        </a:p>
      </dgm:t>
    </dgm:pt>
    <dgm:pt modelId="{DEE23C52-7F06-4BEC-9B32-61E203D116DE}">
      <dgm:prSet phldrT="[Text]" custT="1"/>
      <dgm:spPr/>
      <dgm:t>
        <a:bodyPr/>
        <a:lstStyle/>
        <a:p>
          <a:pPr algn="l">
            <a:buNone/>
          </a:pPr>
          <a:endParaRPr lang="en-IN" sz="1400" b="0" dirty="0"/>
        </a:p>
      </dgm:t>
    </dgm:pt>
    <dgm:pt modelId="{5C6933F0-CD71-43D0-91FA-4C3FABC35999}" type="sibTrans" cxnId="{81704D63-11B1-472C-8098-6EE3A2CB7F56}">
      <dgm:prSet/>
      <dgm:spPr/>
      <dgm:t>
        <a:bodyPr/>
        <a:lstStyle/>
        <a:p>
          <a:endParaRPr lang="en-IN"/>
        </a:p>
      </dgm:t>
    </dgm:pt>
    <dgm:pt modelId="{E4CE8640-C5C2-4E28-B389-A0AA38A12BFB}" type="parTrans" cxnId="{81704D63-11B1-472C-8098-6EE3A2CB7F56}">
      <dgm:prSet/>
      <dgm:spPr/>
      <dgm:t>
        <a:bodyPr/>
        <a:lstStyle/>
        <a:p>
          <a:endParaRPr lang="en-IN"/>
        </a:p>
      </dgm:t>
    </dgm:pt>
    <dgm:pt modelId="{9192DB5A-887B-46D9-B6A7-758A5773348A}">
      <dgm:prSet phldrT="[Text]" custT="1"/>
      <dgm:spPr/>
      <dgm:t>
        <a:bodyPr/>
        <a:lstStyle/>
        <a:p>
          <a:pPr algn="l">
            <a:buNone/>
          </a:pPr>
          <a:r>
            <a:rPr lang="en-IN" sz="1400" b="0" dirty="0"/>
            <a:t>Host the model on server backend.</a:t>
          </a:r>
        </a:p>
      </dgm:t>
    </dgm:pt>
    <dgm:pt modelId="{A4706F23-3176-423B-9410-AA95444333AA}" type="sibTrans" cxnId="{14C1F6A2-BBBF-4128-A219-26E450279C69}">
      <dgm:prSet/>
      <dgm:spPr/>
      <dgm:t>
        <a:bodyPr/>
        <a:lstStyle/>
        <a:p>
          <a:endParaRPr lang="en-IN"/>
        </a:p>
      </dgm:t>
    </dgm:pt>
    <dgm:pt modelId="{E3C5CBD1-979B-44B9-AD71-9FB0E81BC59F}" type="parTrans" cxnId="{14C1F6A2-BBBF-4128-A219-26E450279C69}">
      <dgm:prSet/>
      <dgm:spPr/>
      <dgm:t>
        <a:bodyPr/>
        <a:lstStyle/>
        <a:p>
          <a:endParaRPr lang="en-IN"/>
        </a:p>
      </dgm:t>
    </dgm:pt>
    <dgm:pt modelId="{526BF396-8E1B-4DEE-9620-8EF53C715DAC}">
      <dgm:prSet phldrT="[Text]" custT="1"/>
      <dgm:spPr/>
      <dgm:t>
        <a:bodyPr/>
        <a:lstStyle/>
        <a:p>
          <a:pPr algn="l">
            <a:buNone/>
          </a:pPr>
          <a:endParaRPr lang="en-IN" sz="1400" b="0" dirty="0"/>
        </a:p>
      </dgm:t>
    </dgm:pt>
    <dgm:pt modelId="{677B7858-2825-45C5-85B9-A2B423530EBA}" type="sibTrans" cxnId="{24161E33-0684-44DD-90BB-A52B98257A0A}">
      <dgm:prSet/>
      <dgm:spPr/>
      <dgm:t>
        <a:bodyPr/>
        <a:lstStyle/>
        <a:p>
          <a:endParaRPr lang="en-IN"/>
        </a:p>
      </dgm:t>
    </dgm:pt>
    <dgm:pt modelId="{A4F16779-E1D3-4B79-BCB8-E692CE993748}" type="parTrans" cxnId="{24161E33-0684-44DD-90BB-A52B98257A0A}">
      <dgm:prSet/>
      <dgm:spPr/>
      <dgm:t>
        <a:bodyPr/>
        <a:lstStyle/>
        <a:p>
          <a:endParaRPr lang="en-IN"/>
        </a:p>
      </dgm:t>
    </dgm:pt>
    <dgm:pt modelId="{50531A58-D644-47C2-9DFE-F22DAAE5E1F0}">
      <dgm:prSet phldrT="[Text]" custT="1"/>
      <dgm:spPr/>
      <dgm:t>
        <a:bodyPr/>
        <a:lstStyle/>
        <a:p>
          <a:pPr algn="l">
            <a:buNone/>
          </a:pPr>
          <a:r>
            <a:rPr lang="en-IN" sz="1400" b="0" dirty="0"/>
            <a:t>Create a simple web interface where users can upload an image.</a:t>
          </a:r>
        </a:p>
      </dgm:t>
    </dgm:pt>
    <dgm:pt modelId="{14D8778B-24EE-43AC-A93F-3EF62FD19305}" type="sibTrans" cxnId="{71846F56-5662-47C6-AEA0-840D19F1332D}">
      <dgm:prSet/>
      <dgm:spPr/>
      <dgm:t>
        <a:bodyPr/>
        <a:lstStyle/>
        <a:p>
          <a:endParaRPr lang="en-IN"/>
        </a:p>
      </dgm:t>
    </dgm:pt>
    <dgm:pt modelId="{4944CCA1-1E5B-4ACF-B661-61E3E804321D}" type="parTrans" cxnId="{71846F56-5662-47C6-AEA0-840D19F1332D}">
      <dgm:prSet/>
      <dgm:spPr/>
      <dgm:t>
        <a:bodyPr/>
        <a:lstStyle/>
        <a:p>
          <a:endParaRPr lang="en-IN"/>
        </a:p>
      </dgm:t>
    </dgm:pt>
    <dgm:pt modelId="{6036F055-8E5C-4578-B543-AFA64A862112}">
      <dgm:prSet phldrT="[Text]" custT="1"/>
      <dgm:spPr/>
      <dgm:t>
        <a:bodyPr/>
        <a:lstStyle/>
        <a:p>
          <a:pPr algn="l">
            <a:buNone/>
          </a:pPr>
          <a:endParaRPr lang="en-IN" sz="1400" b="0" dirty="0"/>
        </a:p>
      </dgm:t>
    </dgm:pt>
    <dgm:pt modelId="{E6D57092-1D3F-4A48-8C13-BABA71CFB3FC}" type="sibTrans" cxnId="{EBACD051-406D-4DD7-8B09-6AED2CA4C1F0}">
      <dgm:prSet/>
      <dgm:spPr/>
      <dgm:t>
        <a:bodyPr/>
        <a:lstStyle/>
        <a:p>
          <a:endParaRPr lang="en-IN"/>
        </a:p>
      </dgm:t>
    </dgm:pt>
    <dgm:pt modelId="{0D23B098-C600-4CF5-AAD1-B5D5E0677AFF}" type="parTrans" cxnId="{EBACD051-406D-4DD7-8B09-6AED2CA4C1F0}">
      <dgm:prSet/>
      <dgm:spPr/>
      <dgm:t>
        <a:bodyPr/>
        <a:lstStyle/>
        <a:p>
          <a:endParaRPr lang="en-IN"/>
        </a:p>
      </dgm:t>
    </dgm:pt>
    <dgm:pt modelId="{5EEF1322-2951-4E8D-BFC6-91B9C63C3288}">
      <dgm:prSet phldrT="[Text]" custT="1"/>
      <dgm:spPr/>
      <dgm:t>
        <a:bodyPr/>
        <a:lstStyle/>
        <a:p>
          <a:pPr algn="l">
            <a:buNone/>
          </a:pPr>
          <a:r>
            <a:rPr lang="en-IN" sz="1400" b="0" dirty="0"/>
            <a:t>Working demo of model prediction via web page.</a:t>
          </a:r>
        </a:p>
      </dgm:t>
    </dgm:pt>
    <dgm:pt modelId="{65F62997-1544-446C-A0E6-D5D858EC25AA}" type="sibTrans" cxnId="{CE6286DD-83C5-4518-9C87-A91862FC681A}">
      <dgm:prSet/>
      <dgm:spPr/>
      <dgm:t>
        <a:bodyPr/>
        <a:lstStyle/>
        <a:p>
          <a:endParaRPr lang="en-IN"/>
        </a:p>
      </dgm:t>
    </dgm:pt>
    <dgm:pt modelId="{5B493EDE-3547-4714-A0B5-BCA1D7377265}" type="parTrans" cxnId="{CE6286DD-83C5-4518-9C87-A91862FC681A}">
      <dgm:prSet/>
      <dgm:spPr/>
      <dgm:t>
        <a:bodyPr/>
        <a:lstStyle/>
        <a:p>
          <a:endParaRPr lang="en-IN"/>
        </a:p>
      </dgm:t>
    </dgm:pt>
    <dgm:pt modelId="{360337FD-28E9-4668-947A-2C659E4CBACF}" type="pres">
      <dgm:prSet presAssocID="{B8B9AACA-12ED-45D7-9382-CF0900B5639F}" presName="Name0" presStyleCnt="0">
        <dgm:presLayoutVars>
          <dgm:chMax val="7"/>
          <dgm:chPref val="5"/>
          <dgm:dir/>
          <dgm:animOne val="branch"/>
          <dgm:animLvl val="lvl"/>
        </dgm:presLayoutVars>
      </dgm:prSet>
      <dgm:spPr/>
    </dgm:pt>
    <dgm:pt modelId="{E9DC3C9A-C260-48D3-B8E1-5BDB66423B7A}" type="pres">
      <dgm:prSet presAssocID="{CE78B3F6-EC18-438A-965F-E0E7954B8792}" presName="ChildAccent3" presStyleCnt="0"/>
      <dgm:spPr/>
    </dgm:pt>
    <dgm:pt modelId="{6E0BAF79-A71F-4723-BBB9-E7FE9E791242}" type="pres">
      <dgm:prSet presAssocID="{CE78B3F6-EC18-438A-965F-E0E7954B8792}" presName="ChildAccent" presStyleLbl="alignImgPlace1" presStyleIdx="0" presStyleCnt="3"/>
      <dgm:spPr/>
    </dgm:pt>
    <dgm:pt modelId="{96687D7F-EF7E-4510-85BE-52DF7DF38BDA}" type="pres">
      <dgm:prSet presAssocID="{CE78B3F6-EC18-438A-965F-E0E7954B8792}" presName="Child3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90B257EC-1765-4A9F-A89B-FAE32D239642}" type="pres">
      <dgm:prSet presAssocID="{CE78B3F6-EC18-438A-965F-E0E7954B8792}" presName="Parent3" presStyleLbl="node1" presStyleIdx="0" presStyleCnt="3">
        <dgm:presLayoutVars>
          <dgm:chMax val="2"/>
          <dgm:chPref val="1"/>
          <dgm:bulletEnabled val="1"/>
        </dgm:presLayoutVars>
      </dgm:prSet>
      <dgm:spPr/>
    </dgm:pt>
    <dgm:pt modelId="{EDBBE3AB-28C5-4D13-87A3-F8787B397201}" type="pres">
      <dgm:prSet presAssocID="{88B73A3B-A72D-430E-800C-B4EE2409D073}" presName="ChildAccent2" presStyleCnt="0"/>
      <dgm:spPr/>
    </dgm:pt>
    <dgm:pt modelId="{8F278931-6B8D-4CC7-B222-54A106DEA7D2}" type="pres">
      <dgm:prSet presAssocID="{88B73A3B-A72D-430E-800C-B4EE2409D073}" presName="ChildAccent" presStyleLbl="alignImgPlace1" presStyleIdx="1" presStyleCnt="3"/>
      <dgm:spPr/>
    </dgm:pt>
    <dgm:pt modelId="{575AAAEA-3A7F-4E00-AC30-581C63E1B234}" type="pres">
      <dgm:prSet presAssocID="{88B73A3B-A72D-430E-800C-B4EE2409D073}" presName="Child2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54947268-7D80-43D0-BAC7-D48FEEE56E8A}" type="pres">
      <dgm:prSet presAssocID="{88B73A3B-A72D-430E-800C-B4EE2409D073}" presName="Parent2" presStyleLbl="node1" presStyleIdx="1" presStyleCnt="3">
        <dgm:presLayoutVars>
          <dgm:chMax val="2"/>
          <dgm:chPref val="1"/>
          <dgm:bulletEnabled val="1"/>
        </dgm:presLayoutVars>
      </dgm:prSet>
      <dgm:spPr/>
    </dgm:pt>
    <dgm:pt modelId="{79F972E7-E4A1-433D-8A8F-C99771777160}" type="pres">
      <dgm:prSet presAssocID="{D168EEA2-0B91-49B7-85FD-9F34C4ADD1CD}" presName="ChildAccent1" presStyleCnt="0"/>
      <dgm:spPr/>
    </dgm:pt>
    <dgm:pt modelId="{9A06DBBE-50AE-409C-B06D-5BEB8C9F0EEF}" type="pres">
      <dgm:prSet presAssocID="{D168EEA2-0B91-49B7-85FD-9F34C4ADD1CD}" presName="ChildAccent" presStyleLbl="alignImgPlace1" presStyleIdx="2" presStyleCnt="3" custLinFactNeighborX="1" custLinFactNeighborY="-324"/>
      <dgm:spPr/>
    </dgm:pt>
    <dgm:pt modelId="{29433C76-A76D-4E21-A2F3-D2502FB23093}" type="pres">
      <dgm:prSet presAssocID="{D168EEA2-0B91-49B7-85FD-9F34C4ADD1CD}" presName="Child1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5D249563-D7C0-404C-9BE1-419D9C44A9FA}" type="pres">
      <dgm:prSet presAssocID="{D168EEA2-0B91-49B7-85FD-9F34C4ADD1CD}" presName="Parent1" presStyleLbl="node1" presStyleIdx="2" presStyleCnt="3">
        <dgm:presLayoutVars>
          <dgm:chMax val="2"/>
          <dgm:chPref val="1"/>
          <dgm:bulletEnabled val="1"/>
        </dgm:presLayoutVars>
      </dgm:prSet>
      <dgm:spPr/>
    </dgm:pt>
  </dgm:ptLst>
  <dgm:cxnLst>
    <dgm:cxn modelId="{B1380D06-31A0-4E15-B66F-58731EB63A35}" type="presOf" srcId="{14C8A092-E696-4013-8F8C-83D0A11FEE47}" destId="{6E0BAF79-A71F-4723-BBB9-E7FE9E791242}" srcOrd="0" destOrd="1" presId="urn:microsoft.com/office/officeart/2011/layout/InterconnectedBlockProcess"/>
    <dgm:cxn modelId="{C885ED0F-7982-4853-808F-93BFB236F10D}" type="presOf" srcId="{6036F055-8E5C-4578-B543-AFA64A862112}" destId="{575AAAEA-3A7F-4E00-AC30-581C63E1B234}" srcOrd="1" destOrd="5" presId="urn:microsoft.com/office/officeart/2011/layout/InterconnectedBlockProcess"/>
    <dgm:cxn modelId="{1C5B8711-A561-479F-AC04-F3D53414C386}" type="presOf" srcId="{74D8877A-B57B-4630-B9B9-7D0FD9944475}" destId="{9A06DBBE-50AE-409C-B06D-5BEB8C9F0EEF}" srcOrd="0" destOrd="6" presId="urn:microsoft.com/office/officeart/2011/layout/InterconnectedBlockProcess"/>
    <dgm:cxn modelId="{A6521F15-FEE6-4C8A-8020-87E02CF8288F}" type="presOf" srcId="{280C704E-B56C-4183-812E-15EB71BACEA1}" destId="{96687D7F-EF7E-4510-85BE-52DF7DF38BDA}" srcOrd="1" destOrd="4" presId="urn:microsoft.com/office/officeart/2011/layout/InterconnectedBlockProcess"/>
    <dgm:cxn modelId="{0AC24B1A-115B-4F6D-9989-F7D14E0C5A86}" srcId="{CE78B3F6-EC18-438A-965F-E0E7954B8792}" destId="{EC697C30-9154-484B-86CE-8FE7DB032E26}" srcOrd="0" destOrd="0" parTransId="{E5CB9EB1-08D0-4963-BAF5-239076CCAFEE}" sibTransId="{13927C08-FDAD-4065-97D6-AC4E3D569CBB}"/>
    <dgm:cxn modelId="{595E4D20-AB6D-4F80-BC68-613E9731FAE0}" type="presOf" srcId="{9FFFF1EA-3BFE-42E8-AD02-22F7E52550F3}" destId="{6E0BAF79-A71F-4723-BBB9-E7FE9E791242}" srcOrd="0" destOrd="6" presId="urn:microsoft.com/office/officeart/2011/layout/InterconnectedBlockProcess"/>
    <dgm:cxn modelId="{BA7D7320-4C57-4861-BD46-5CA5002CA371}" srcId="{D168EEA2-0B91-49B7-85FD-9F34C4ADD1CD}" destId="{74D8877A-B57B-4630-B9B9-7D0FD9944475}" srcOrd="6" destOrd="0" parTransId="{0842C704-018F-4E27-8F0A-054CD4D161FA}" sibTransId="{3FB80704-002A-4D5B-ACFB-3D8AE1E2962B}"/>
    <dgm:cxn modelId="{17F7CF20-D95D-4C12-8DB1-81E1494C901F}" type="presOf" srcId="{14C8A092-E696-4013-8F8C-83D0A11FEE47}" destId="{96687D7F-EF7E-4510-85BE-52DF7DF38BDA}" srcOrd="1" destOrd="1" presId="urn:microsoft.com/office/officeart/2011/layout/InterconnectedBlockProcess"/>
    <dgm:cxn modelId="{648C5C26-7326-457D-97DA-47D6AB9A1E40}" type="presOf" srcId="{9FFFF1EA-3BFE-42E8-AD02-22F7E52550F3}" destId="{96687D7F-EF7E-4510-85BE-52DF7DF38BDA}" srcOrd="1" destOrd="6" presId="urn:microsoft.com/office/officeart/2011/layout/InterconnectedBlockProcess"/>
    <dgm:cxn modelId="{8FB94B26-0CC6-4B4C-A221-3449FAE73671}" type="presOf" srcId="{0707A9D3-8076-403E-B7D2-B2A4F57D384C}" destId="{29433C76-A76D-4E21-A2F3-D2502FB23093}" srcOrd="1" destOrd="1" presId="urn:microsoft.com/office/officeart/2011/layout/InterconnectedBlockProcess"/>
    <dgm:cxn modelId="{E7415D28-E0EE-48E3-B5BD-E13D787E5651}" type="presOf" srcId="{5EEF1322-2951-4E8D-BFC6-91B9C63C3288}" destId="{575AAAEA-3A7F-4E00-AC30-581C63E1B234}" srcOrd="1" destOrd="6" presId="urn:microsoft.com/office/officeart/2011/layout/InterconnectedBlockProcess"/>
    <dgm:cxn modelId="{8915AA29-1ACB-4521-BAE1-8EBB238CF031}" type="presOf" srcId="{280C704E-B56C-4183-812E-15EB71BACEA1}" destId="{6E0BAF79-A71F-4723-BBB9-E7FE9E791242}" srcOrd="0" destOrd="4" presId="urn:microsoft.com/office/officeart/2011/layout/InterconnectedBlockProcess"/>
    <dgm:cxn modelId="{C2B6EF29-7151-4417-BB72-9324C6B8ED20}" type="presOf" srcId="{0707A9D3-8076-403E-B7D2-B2A4F57D384C}" destId="{9A06DBBE-50AE-409C-B06D-5BEB8C9F0EEF}" srcOrd="0" destOrd="1" presId="urn:microsoft.com/office/officeart/2011/layout/InterconnectedBlockProcess"/>
    <dgm:cxn modelId="{30145C2C-65D6-467F-979C-FCEE32A6C167}" type="presOf" srcId="{88B73A3B-A72D-430E-800C-B4EE2409D073}" destId="{54947268-7D80-43D0-BAC7-D48FEEE56E8A}" srcOrd="0" destOrd="0" presId="urn:microsoft.com/office/officeart/2011/layout/InterconnectedBlockProcess"/>
    <dgm:cxn modelId="{D4F9802F-AE3F-49D1-AF29-F74264A5AC65}" srcId="{D168EEA2-0B91-49B7-85FD-9F34C4ADD1CD}" destId="{EB14021E-031C-4F51-8A6B-8471BBE3DB13}" srcOrd="4" destOrd="0" parTransId="{8997CAF9-A0F7-4489-B082-CF11B0F6CF2F}" sibTransId="{ECAD1E64-4655-4041-807E-706200C63992}"/>
    <dgm:cxn modelId="{FDA22732-A3E8-4E10-BAD1-DBFF1841F79F}" srcId="{CE78B3F6-EC18-438A-965F-E0E7954B8792}" destId="{280C704E-B56C-4183-812E-15EB71BACEA1}" srcOrd="4" destOrd="0" parTransId="{B90115FB-DE7A-4738-BA52-2C4852233D97}" sibTransId="{2492202E-4BF3-4688-B720-A175DDB1B96A}"/>
    <dgm:cxn modelId="{24161E33-0684-44DD-90BB-A52B98257A0A}" srcId="{88B73A3B-A72D-430E-800C-B4EE2409D073}" destId="{526BF396-8E1B-4DEE-9620-8EF53C715DAC}" srcOrd="3" destOrd="0" parTransId="{A4F16779-E1D3-4B79-BCB8-E692CE993748}" sibTransId="{677B7858-2825-45C5-85B9-A2B423530EBA}"/>
    <dgm:cxn modelId="{F2550434-8846-4E11-9D99-DB80ECC02042}" type="presOf" srcId="{CE78B3F6-EC18-438A-965F-E0E7954B8792}" destId="{90B257EC-1765-4A9F-A89B-FAE32D239642}" srcOrd="0" destOrd="0" presId="urn:microsoft.com/office/officeart/2011/layout/InterconnectedBlockProcess"/>
    <dgm:cxn modelId="{C50AFD34-C35D-4D7C-8A45-10432E777717}" srcId="{D168EEA2-0B91-49B7-85FD-9F34C4ADD1CD}" destId="{57F066AE-1C38-45EF-9904-F33020AB6821}" srcOrd="0" destOrd="0" parTransId="{F15C6109-9295-4A67-A5DD-CBBA30721E4E}" sibTransId="{91ED4030-C6F6-4F63-B6AC-B51B0FF3A2A8}"/>
    <dgm:cxn modelId="{7DFD013C-9529-43D4-8A9A-F18C30077FDF}" type="presOf" srcId="{91C9980A-EE5B-486B-8E34-65A42E0AB44B}" destId="{6E0BAF79-A71F-4723-BBB9-E7FE9E791242}" srcOrd="0" destOrd="5" presId="urn:microsoft.com/office/officeart/2011/layout/InterconnectedBlockProcess"/>
    <dgm:cxn modelId="{C0C6F73C-6AFD-4D0A-93FA-164ADC8876BA}" srcId="{D168EEA2-0B91-49B7-85FD-9F34C4ADD1CD}" destId="{CEF97759-116F-422C-B7CC-7442D34073E8}" srcOrd="2" destOrd="0" parTransId="{0C7EC8F7-02F2-4404-A15B-9F0356AFD396}" sibTransId="{3842B86A-ACBE-4DEB-9B6D-C6525E2E0A34}"/>
    <dgm:cxn modelId="{2DFC0763-CC66-4B1B-878B-68EB73B82A64}" srcId="{CE78B3F6-EC18-438A-965F-E0E7954B8792}" destId="{14C8A092-E696-4013-8F8C-83D0A11FEE47}" srcOrd="1" destOrd="0" parTransId="{1029DEC3-F8A1-4701-9F5B-B4C0DE69C16A}" sibTransId="{88EB458E-E975-47AE-9688-5E3ADD7C7214}"/>
    <dgm:cxn modelId="{81704D63-11B1-472C-8098-6EE3A2CB7F56}" srcId="{88B73A3B-A72D-430E-800C-B4EE2409D073}" destId="{DEE23C52-7F06-4BEC-9B32-61E203D116DE}" srcOrd="1" destOrd="0" parTransId="{E4CE8640-C5C2-4E28-B389-A0AA38A12BFB}" sibTransId="{5C6933F0-CD71-43D0-91FA-4C3FABC35999}"/>
    <dgm:cxn modelId="{88B2E563-B242-42EC-AEB4-E8B13AE6413C}" type="presOf" srcId="{9192DB5A-887B-46D9-B6A7-758A5773348A}" destId="{575AAAEA-3A7F-4E00-AC30-581C63E1B234}" srcOrd="1" destOrd="2" presId="urn:microsoft.com/office/officeart/2011/layout/InterconnectedBlockProcess"/>
    <dgm:cxn modelId="{9683AB49-0759-47DF-AC97-6F5D068E74F9}" type="presOf" srcId="{57F066AE-1C38-45EF-9904-F33020AB6821}" destId="{9A06DBBE-50AE-409C-B06D-5BEB8C9F0EEF}" srcOrd="0" destOrd="0" presId="urn:microsoft.com/office/officeart/2011/layout/InterconnectedBlockProcess"/>
    <dgm:cxn modelId="{B17D524B-5BF7-4700-BF23-8DF67F6C7D9A}" type="presOf" srcId="{8E2BF931-62E2-4D25-A917-3A89C9880DC7}" destId="{96687D7F-EF7E-4510-85BE-52DF7DF38BDA}" srcOrd="1" destOrd="3" presId="urn:microsoft.com/office/officeart/2011/layout/InterconnectedBlockProcess"/>
    <dgm:cxn modelId="{EC2B3951-0AB9-4385-869B-95245B0DDE3B}" type="presOf" srcId="{82732964-050D-4BBE-82E3-A4FB0EF4947F}" destId="{96687D7F-EF7E-4510-85BE-52DF7DF38BDA}" srcOrd="1" destOrd="2" presId="urn:microsoft.com/office/officeart/2011/layout/InterconnectedBlockProcess"/>
    <dgm:cxn modelId="{961B7571-2868-4176-A84C-13BA3FD446AF}" type="presOf" srcId="{15CB87DC-631D-4A26-B026-704F66BEB045}" destId="{575AAAEA-3A7F-4E00-AC30-581C63E1B234}" srcOrd="1" destOrd="0" presId="urn:microsoft.com/office/officeart/2011/layout/InterconnectedBlockProcess"/>
    <dgm:cxn modelId="{EBACD051-406D-4DD7-8B09-6AED2CA4C1F0}" srcId="{88B73A3B-A72D-430E-800C-B4EE2409D073}" destId="{6036F055-8E5C-4578-B543-AFA64A862112}" srcOrd="5" destOrd="0" parTransId="{0D23B098-C600-4CF5-AAD1-B5D5E0677AFF}" sibTransId="{E6D57092-1D3F-4A48-8C13-BABA71CFB3FC}"/>
    <dgm:cxn modelId="{7172C872-D61A-44D6-848A-178AA6259CD2}" type="presOf" srcId="{CEF97759-116F-422C-B7CC-7442D34073E8}" destId="{29433C76-A76D-4E21-A2F3-D2502FB23093}" srcOrd="1" destOrd="2" presId="urn:microsoft.com/office/officeart/2011/layout/InterconnectedBlockProcess"/>
    <dgm:cxn modelId="{F6CC2375-6DA5-45E3-8091-887D1194C9A6}" srcId="{B8B9AACA-12ED-45D7-9382-CF0900B5639F}" destId="{88B73A3B-A72D-430E-800C-B4EE2409D073}" srcOrd="1" destOrd="0" parTransId="{9FE3D4A4-B74E-4D68-A85F-C27A34729BEB}" sibTransId="{EE401022-DE69-4505-B40B-23CEF090CDCC}"/>
    <dgm:cxn modelId="{E0614D55-9F1B-47D0-8D1C-1EBABA523B03}" srcId="{B8B9AACA-12ED-45D7-9382-CF0900B5639F}" destId="{D168EEA2-0B91-49B7-85FD-9F34C4ADD1CD}" srcOrd="0" destOrd="0" parTransId="{BFDF3CA8-FDCA-46ED-ADE1-11DAC1B0F237}" sibTransId="{026A5A93-4FD7-461B-8C16-D307672B704E}"/>
    <dgm:cxn modelId="{71846F56-5662-47C6-AEA0-840D19F1332D}" srcId="{88B73A3B-A72D-430E-800C-B4EE2409D073}" destId="{50531A58-D644-47C2-9DFE-F22DAAE5E1F0}" srcOrd="4" destOrd="0" parTransId="{4944CCA1-1E5B-4ACF-B661-61E3E804321D}" sibTransId="{14D8778B-24EE-43AC-A93F-3EF62FD19305}"/>
    <dgm:cxn modelId="{00241578-CA64-434B-8230-0086A58AF31F}" srcId="{CE78B3F6-EC18-438A-965F-E0E7954B8792}" destId="{82732964-050D-4BBE-82E3-A4FB0EF4947F}" srcOrd="2" destOrd="0" parTransId="{C585E9DE-8EC8-4FE1-AD12-DB1695B637E3}" sibTransId="{31D930DA-5923-40E4-96E8-9439C87A588D}"/>
    <dgm:cxn modelId="{E5A24158-ACFD-4BCE-AE40-E40226C19B72}" type="presOf" srcId="{15CB87DC-631D-4A26-B026-704F66BEB045}" destId="{8F278931-6B8D-4CC7-B222-54A106DEA7D2}" srcOrd="0" destOrd="0" presId="urn:microsoft.com/office/officeart/2011/layout/InterconnectedBlockProcess"/>
    <dgm:cxn modelId="{6F7CB359-1B37-404B-B01B-DBAF1FB23807}" srcId="{88B73A3B-A72D-430E-800C-B4EE2409D073}" destId="{15CB87DC-631D-4A26-B026-704F66BEB045}" srcOrd="0" destOrd="0" parTransId="{1F901250-4C48-4DC3-A72A-54743BBA9903}" sibTransId="{6891609F-593A-4337-9664-73E9F4B3D52A}"/>
    <dgm:cxn modelId="{34899F7A-7B26-4A73-892D-C8959B014D4C}" type="presOf" srcId="{50531A58-D644-47C2-9DFE-F22DAAE5E1F0}" destId="{8F278931-6B8D-4CC7-B222-54A106DEA7D2}" srcOrd="0" destOrd="4" presId="urn:microsoft.com/office/officeart/2011/layout/InterconnectedBlockProcess"/>
    <dgm:cxn modelId="{4CC0B881-03AD-4D24-AF9F-E46C476BED75}" type="presOf" srcId="{DEE23C52-7F06-4BEC-9B32-61E203D116DE}" destId="{575AAAEA-3A7F-4E00-AC30-581C63E1B234}" srcOrd="1" destOrd="1" presId="urn:microsoft.com/office/officeart/2011/layout/InterconnectedBlockProcess"/>
    <dgm:cxn modelId="{9716F487-B979-4D5B-A6B7-89DEC3F54CC1}" type="presOf" srcId="{6036F055-8E5C-4578-B543-AFA64A862112}" destId="{8F278931-6B8D-4CC7-B222-54A106DEA7D2}" srcOrd="0" destOrd="5" presId="urn:microsoft.com/office/officeart/2011/layout/InterconnectedBlockProcess"/>
    <dgm:cxn modelId="{5E9F258A-95D0-4E51-AB20-26525D37C8AF}" srcId="{CE78B3F6-EC18-438A-965F-E0E7954B8792}" destId="{8E2BF931-62E2-4D25-A917-3A89C9880DC7}" srcOrd="3" destOrd="0" parTransId="{EA886C4E-452C-4E70-9F13-71F65BBC6ADA}" sibTransId="{C02FFBC5-4F87-4A44-AF52-263DD7736889}"/>
    <dgm:cxn modelId="{86E5009A-E855-4D79-974A-D2AF13AE07C2}" srcId="{D168EEA2-0B91-49B7-85FD-9F34C4ADD1CD}" destId="{0707A9D3-8076-403E-B7D2-B2A4F57D384C}" srcOrd="1" destOrd="0" parTransId="{1707A8C7-C2A8-40AD-9AE0-B0350B1E0056}" sibTransId="{CA40EEC6-F46E-4036-9C70-7EF3CD56C652}"/>
    <dgm:cxn modelId="{CCC1249C-23A7-4368-97B5-A0AB6B25A5B1}" srcId="{D168EEA2-0B91-49B7-85FD-9F34C4ADD1CD}" destId="{E6E3A426-BF2C-4DAA-94C5-738615FACE1F}" srcOrd="5" destOrd="0" parTransId="{1530AC06-2A53-4BD7-A3D2-83FDD7129458}" sibTransId="{6D6DE961-30C7-4A8E-B1D0-1EBC88DE217A}"/>
    <dgm:cxn modelId="{84987F9C-D0B1-47EE-8D57-02595191A7ED}" type="presOf" srcId="{EC697C30-9154-484B-86CE-8FE7DB032E26}" destId="{96687D7F-EF7E-4510-85BE-52DF7DF38BDA}" srcOrd="1" destOrd="0" presId="urn:microsoft.com/office/officeart/2011/layout/InterconnectedBlockProcess"/>
    <dgm:cxn modelId="{14C1F6A2-BBBF-4128-A219-26E450279C69}" srcId="{88B73A3B-A72D-430E-800C-B4EE2409D073}" destId="{9192DB5A-887B-46D9-B6A7-758A5773348A}" srcOrd="2" destOrd="0" parTransId="{E3C5CBD1-979B-44B9-AD71-9FB0E81BC59F}" sibTransId="{A4706F23-3176-423B-9410-AA95444333AA}"/>
    <dgm:cxn modelId="{85A947A4-71ED-4BD1-A746-BA09A250FB63}" type="presOf" srcId="{91C9980A-EE5B-486B-8E34-65A42E0AB44B}" destId="{96687D7F-EF7E-4510-85BE-52DF7DF38BDA}" srcOrd="1" destOrd="5" presId="urn:microsoft.com/office/officeart/2011/layout/InterconnectedBlockProcess"/>
    <dgm:cxn modelId="{1BD543A5-D09D-4CFD-80EA-1D38584B21E6}" type="presOf" srcId="{50531A58-D644-47C2-9DFE-F22DAAE5E1F0}" destId="{575AAAEA-3A7F-4E00-AC30-581C63E1B234}" srcOrd="1" destOrd="4" presId="urn:microsoft.com/office/officeart/2011/layout/InterconnectedBlockProcess"/>
    <dgm:cxn modelId="{2E8437AD-ECCC-4F61-9D47-DD000050A920}" type="presOf" srcId="{EC697C30-9154-484B-86CE-8FE7DB032E26}" destId="{6E0BAF79-A71F-4723-BBB9-E7FE9E791242}" srcOrd="0" destOrd="0" presId="urn:microsoft.com/office/officeart/2011/layout/InterconnectedBlockProcess"/>
    <dgm:cxn modelId="{FFBEE3AF-108B-404E-9303-F8DA2CE131F8}" type="presOf" srcId="{57F066AE-1C38-45EF-9904-F33020AB6821}" destId="{29433C76-A76D-4E21-A2F3-D2502FB23093}" srcOrd="1" destOrd="0" presId="urn:microsoft.com/office/officeart/2011/layout/InterconnectedBlockProcess"/>
    <dgm:cxn modelId="{285FD8B8-2EAA-4F2C-BE6D-406D892079BA}" type="presOf" srcId="{526BF396-8E1B-4DEE-9620-8EF53C715DAC}" destId="{8F278931-6B8D-4CC7-B222-54A106DEA7D2}" srcOrd="0" destOrd="3" presId="urn:microsoft.com/office/officeart/2011/layout/InterconnectedBlockProcess"/>
    <dgm:cxn modelId="{770215BC-EBC3-4A34-83DB-1FFF317CB85B}" type="presOf" srcId="{5EEF1322-2951-4E8D-BFC6-91B9C63C3288}" destId="{8F278931-6B8D-4CC7-B222-54A106DEA7D2}" srcOrd="0" destOrd="6" presId="urn:microsoft.com/office/officeart/2011/layout/InterconnectedBlockProcess"/>
    <dgm:cxn modelId="{7A4619BF-FB91-42F1-A3BA-70F70DB5D1E4}" srcId="{D168EEA2-0B91-49B7-85FD-9F34C4ADD1CD}" destId="{A65A4DE7-A071-4A96-80E0-5158A5DA8D34}" srcOrd="3" destOrd="0" parTransId="{35C79F37-3F20-4AFF-AC56-0970FB7ED867}" sibTransId="{E367E273-F047-4056-AC23-F3FC113F5B05}"/>
    <dgm:cxn modelId="{057B0EC2-3152-4BB7-AF40-8CA2C7504CAE}" type="presOf" srcId="{EB14021E-031C-4F51-8A6B-8471BBE3DB13}" destId="{29433C76-A76D-4E21-A2F3-D2502FB23093}" srcOrd="1" destOrd="4" presId="urn:microsoft.com/office/officeart/2011/layout/InterconnectedBlockProcess"/>
    <dgm:cxn modelId="{354046C2-FB91-43DB-95E0-6BA982B1E252}" type="presOf" srcId="{EB14021E-031C-4F51-8A6B-8471BBE3DB13}" destId="{9A06DBBE-50AE-409C-B06D-5BEB8C9F0EEF}" srcOrd="0" destOrd="4" presId="urn:microsoft.com/office/officeart/2011/layout/InterconnectedBlockProcess"/>
    <dgm:cxn modelId="{BF6814C7-D7E8-46B4-8B36-EB9BE2C3F0D3}" srcId="{B8B9AACA-12ED-45D7-9382-CF0900B5639F}" destId="{CE78B3F6-EC18-438A-965F-E0E7954B8792}" srcOrd="2" destOrd="0" parTransId="{FC5C70B7-354E-467F-A087-94503387AD6D}" sibTransId="{A75A23D5-2605-42CB-B821-733B4193B3DE}"/>
    <dgm:cxn modelId="{0C222ECB-8E3E-48DB-9677-03271F82E45E}" type="presOf" srcId="{82732964-050D-4BBE-82E3-A4FB0EF4947F}" destId="{6E0BAF79-A71F-4723-BBB9-E7FE9E791242}" srcOrd="0" destOrd="2" presId="urn:microsoft.com/office/officeart/2011/layout/InterconnectedBlockProcess"/>
    <dgm:cxn modelId="{C2880DD3-5ED9-4829-A7D7-90D5734BC2C7}" type="presOf" srcId="{8E2BF931-62E2-4D25-A917-3A89C9880DC7}" destId="{6E0BAF79-A71F-4723-BBB9-E7FE9E791242}" srcOrd="0" destOrd="3" presId="urn:microsoft.com/office/officeart/2011/layout/InterconnectedBlockProcess"/>
    <dgm:cxn modelId="{C03E26D4-1B69-42A1-BA8E-972EA9EBCCF3}" type="presOf" srcId="{DEE23C52-7F06-4BEC-9B32-61E203D116DE}" destId="{8F278931-6B8D-4CC7-B222-54A106DEA7D2}" srcOrd="0" destOrd="1" presId="urn:microsoft.com/office/officeart/2011/layout/InterconnectedBlockProcess"/>
    <dgm:cxn modelId="{D9EFC3D6-3373-48A6-BBE0-B4C2BF1894A9}" type="presOf" srcId="{A65A4DE7-A071-4A96-80E0-5158A5DA8D34}" destId="{9A06DBBE-50AE-409C-B06D-5BEB8C9F0EEF}" srcOrd="0" destOrd="3" presId="urn:microsoft.com/office/officeart/2011/layout/InterconnectedBlockProcess"/>
    <dgm:cxn modelId="{CE6286DD-83C5-4518-9C87-A91862FC681A}" srcId="{88B73A3B-A72D-430E-800C-B4EE2409D073}" destId="{5EEF1322-2951-4E8D-BFC6-91B9C63C3288}" srcOrd="6" destOrd="0" parTransId="{5B493EDE-3547-4714-A0B5-BCA1D7377265}" sibTransId="{65F62997-1544-446C-A0E6-D5D858EC25AA}"/>
    <dgm:cxn modelId="{266B8CDD-2F0E-403C-960B-6B99BB360EF7}" type="presOf" srcId="{D168EEA2-0B91-49B7-85FD-9F34C4ADD1CD}" destId="{5D249563-D7C0-404C-9BE1-419D9C44A9FA}" srcOrd="0" destOrd="0" presId="urn:microsoft.com/office/officeart/2011/layout/InterconnectedBlockProcess"/>
    <dgm:cxn modelId="{ABB5ADE5-49F1-402B-8191-EF99B960A997}" type="presOf" srcId="{E6E3A426-BF2C-4DAA-94C5-738615FACE1F}" destId="{29433C76-A76D-4E21-A2F3-D2502FB23093}" srcOrd="1" destOrd="5" presId="urn:microsoft.com/office/officeart/2011/layout/InterconnectedBlockProcess"/>
    <dgm:cxn modelId="{F69BC7EC-EFF4-4BB1-9DEC-040593514A87}" type="presOf" srcId="{B8B9AACA-12ED-45D7-9382-CF0900B5639F}" destId="{360337FD-28E9-4668-947A-2C659E4CBACF}" srcOrd="0" destOrd="0" presId="urn:microsoft.com/office/officeart/2011/layout/InterconnectedBlockProcess"/>
    <dgm:cxn modelId="{FA15C4EE-632A-420E-9E9D-45524F10CB56}" srcId="{CE78B3F6-EC18-438A-965F-E0E7954B8792}" destId="{9FFFF1EA-3BFE-42E8-AD02-22F7E52550F3}" srcOrd="6" destOrd="0" parTransId="{DD89A67B-5AFF-4130-A9AD-413C731FD349}" sibTransId="{00030E29-8632-43A9-B508-CD9791478B45}"/>
    <dgm:cxn modelId="{3D8730F4-75E4-4A10-A407-67DFB631B7B0}" type="presOf" srcId="{526BF396-8E1B-4DEE-9620-8EF53C715DAC}" destId="{575AAAEA-3A7F-4E00-AC30-581C63E1B234}" srcOrd="1" destOrd="3" presId="urn:microsoft.com/office/officeart/2011/layout/InterconnectedBlockProcess"/>
    <dgm:cxn modelId="{A7E803F9-1286-46B3-8452-CD61ACF13F4B}" srcId="{CE78B3F6-EC18-438A-965F-E0E7954B8792}" destId="{91C9980A-EE5B-486B-8E34-65A42E0AB44B}" srcOrd="5" destOrd="0" parTransId="{8CA38936-5836-44E6-B4BD-C564B12AAFB4}" sibTransId="{F87EB8E0-DD03-44DA-ACE6-61AAFF051F42}"/>
    <dgm:cxn modelId="{E12161F9-630B-40E6-9870-19CC15017DA7}" type="presOf" srcId="{CEF97759-116F-422C-B7CC-7442D34073E8}" destId="{9A06DBBE-50AE-409C-B06D-5BEB8C9F0EEF}" srcOrd="0" destOrd="2" presId="urn:microsoft.com/office/officeart/2011/layout/InterconnectedBlockProcess"/>
    <dgm:cxn modelId="{6C5BB8FB-5E98-4DF2-9C94-48A80D51580A}" type="presOf" srcId="{A65A4DE7-A071-4A96-80E0-5158A5DA8D34}" destId="{29433C76-A76D-4E21-A2F3-D2502FB23093}" srcOrd="1" destOrd="3" presId="urn:microsoft.com/office/officeart/2011/layout/InterconnectedBlockProcess"/>
    <dgm:cxn modelId="{6715B4FC-1856-404F-9A70-AE93EC6D1B1B}" type="presOf" srcId="{9192DB5A-887B-46D9-B6A7-758A5773348A}" destId="{8F278931-6B8D-4CC7-B222-54A106DEA7D2}" srcOrd="0" destOrd="2" presId="urn:microsoft.com/office/officeart/2011/layout/InterconnectedBlockProcess"/>
    <dgm:cxn modelId="{93B77AFE-6369-48FF-A7C6-43F46D84F0C6}" type="presOf" srcId="{E6E3A426-BF2C-4DAA-94C5-738615FACE1F}" destId="{9A06DBBE-50AE-409C-B06D-5BEB8C9F0EEF}" srcOrd="0" destOrd="5" presId="urn:microsoft.com/office/officeart/2011/layout/InterconnectedBlockProcess"/>
    <dgm:cxn modelId="{A836C5FF-29B0-42BC-AE82-50D0174778C6}" type="presOf" srcId="{74D8877A-B57B-4630-B9B9-7D0FD9944475}" destId="{29433C76-A76D-4E21-A2F3-D2502FB23093}" srcOrd="1" destOrd="6" presId="urn:microsoft.com/office/officeart/2011/layout/InterconnectedBlockProcess"/>
    <dgm:cxn modelId="{266E45E0-5136-4F04-9100-08966EB516B2}" type="presParOf" srcId="{360337FD-28E9-4668-947A-2C659E4CBACF}" destId="{E9DC3C9A-C260-48D3-B8E1-5BDB66423B7A}" srcOrd="0" destOrd="0" presId="urn:microsoft.com/office/officeart/2011/layout/InterconnectedBlockProcess"/>
    <dgm:cxn modelId="{52D37832-3B71-48BD-80C5-86467F078EB5}" type="presParOf" srcId="{E9DC3C9A-C260-48D3-B8E1-5BDB66423B7A}" destId="{6E0BAF79-A71F-4723-BBB9-E7FE9E791242}" srcOrd="0" destOrd="0" presId="urn:microsoft.com/office/officeart/2011/layout/InterconnectedBlockProcess"/>
    <dgm:cxn modelId="{00963B72-9580-412C-A8B0-245EE7D604F8}" type="presParOf" srcId="{360337FD-28E9-4668-947A-2C659E4CBACF}" destId="{96687D7F-EF7E-4510-85BE-52DF7DF38BDA}" srcOrd="1" destOrd="0" presId="urn:microsoft.com/office/officeart/2011/layout/InterconnectedBlockProcess"/>
    <dgm:cxn modelId="{7B9BC8BF-B7DF-468D-ADA0-026733BBFE3E}" type="presParOf" srcId="{360337FD-28E9-4668-947A-2C659E4CBACF}" destId="{90B257EC-1765-4A9F-A89B-FAE32D239642}" srcOrd="2" destOrd="0" presId="urn:microsoft.com/office/officeart/2011/layout/InterconnectedBlockProcess"/>
    <dgm:cxn modelId="{DC2776BE-2FD4-4F8E-BCF0-B5768A42EB8A}" type="presParOf" srcId="{360337FD-28E9-4668-947A-2C659E4CBACF}" destId="{EDBBE3AB-28C5-4D13-87A3-F8787B397201}" srcOrd="3" destOrd="0" presId="urn:microsoft.com/office/officeart/2011/layout/InterconnectedBlockProcess"/>
    <dgm:cxn modelId="{866D9A02-1C81-428E-ADCB-F4F3B41AB259}" type="presParOf" srcId="{EDBBE3AB-28C5-4D13-87A3-F8787B397201}" destId="{8F278931-6B8D-4CC7-B222-54A106DEA7D2}" srcOrd="0" destOrd="0" presId="urn:microsoft.com/office/officeart/2011/layout/InterconnectedBlockProcess"/>
    <dgm:cxn modelId="{1C0566CF-087E-4CD8-8937-8B233B7977CA}" type="presParOf" srcId="{360337FD-28E9-4668-947A-2C659E4CBACF}" destId="{575AAAEA-3A7F-4E00-AC30-581C63E1B234}" srcOrd="4" destOrd="0" presId="urn:microsoft.com/office/officeart/2011/layout/InterconnectedBlockProcess"/>
    <dgm:cxn modelId="{E5D4AE84-1079-4AE8-9841-180025A9682E}" type="presParOf" srcId="{360337FD-28E9-4668-947A-2C659E4CBACF}" destId="{54947268-7D80-43D0-BAC7-D48FEEE56E8A}" srcOrd="5" destOrd="0" presId="urn:microsoft.com/office/officeart/2011/layout/InterconnectedBlockProcess"/>
    <dgm:cxn modelId="{B4CC81B1-2D96-452E-9D08-4558E2CB379C}" type="presParOf" srcId="{360337FD-28E9-4668-947A-2C659E4CBACF}" destId="{79F972E7-E4A1-433D-8A8F-C99771777160}" srcOrd="6" destOrd="0" presId="urn:microsoft.com/office/officeart/2011/layout/InterconnectedBlockProcess"/>
    <dgm:cxn modelId="{7E558354-17DC-4731-8E68-5D742976F512}" type="presParOf" srcId="{79F972E7-E4A1-433D-8A8F-C99771777160}" destId="{9A06DBBE-50AE-409C-B06D-5BEB8C9F0EEF}" srcOrd="0" destOrd="0" presId="urn:microsoft.com/office/officeart/2011/layout/InterconnectedBlockProcess"/>
    <dgm:cxn modelId="{6CFABE86-7C62-4EE8-965C-4E293144E1FF}" type="presParOf" srcId="{360337FD-28E9-4668-947A-2C659E4CBACF}" destId="{29433C76-A76D-4E21-A2F3-D2502FB23093}" srcOrd="7" destOrd="0" presId="urn:microsoft.com/office/officeart/2011/layout/InterconnectedBlockProcess"/>
    <dgm:cxn modelId="{9288B08E-388B-436F-86AD-E2EE3CD41BDC}" type="presParOf" srcId="{360337FD-28E9-4668-947A-2C659E4CBACF}" destId="{5D249563-D7C0-404C-9BE1-419D9C44A9FA}" srcOrd="8" destOrd="0" presId="urn:microsoft.com/office/officeart/2011/layout/InterconnectedBlock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0BAF79-A71F-4723-BBB9-E7FE9E791242}">
      <dsp:nvSpPr>
        <dsp:cNvPr id="0" name=""/>
        <dsp:cNvSpPr/>
      </dsp:nvSpPr>
      <dsp:spPr>
        <a:xfrm>
          <a:off x="5000602" y="875597"/>
          <a:ext cx="1848520" cy="4107882"/>
        </a:xfrm>
        <a:prstGeom prst="wedgeRectCallout">
          <a:avLst>
            <a:gd name="adj1" fmla="val 0"/>
            <a:gd name="adj2" fmla="val 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0" kern="1200" dirty="0"/>
            <a:t>Develop a mobile app.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400" b="0" kern="1200" dirty="0"/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0" kern="1200" dirty="0"/>
            <a:t>Integrate the ML model into the app using TensorFlow Lite for offline prediction.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400" b="0" kern="1200" dirty="0"/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0" kern="1200" dirty="0"/>
            <a:t>Fully functional mobile App prototype.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400" b="0" kern="1200" dirty="0"/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0" kern="1200" dirty="0"/>
            <a:t>Final presentation/demo</a:t>
          </a:r>
        </a:p>
      </dsp:txBody>
      <dsp:txXfrm>
        <a:off x="5235203" y="875597"/>
        <a:ext cx="1613919" cy="4107882"/>
      </dsp:txXfrm>
    </dsp:sp>
    <dsp:sp modelId="{90B257EC-1765-4A9F-A89B-FAE32D239642}">
      <dsp:nvSpPr>
        <dsp:cNvPr id="0" name=""/>
        <dsp:cNvSpPr/>
      </dsp:nvSpPr>
      <dsp:spPr>
        <a:xfrm>
          <a:off x="5000602" y="0"/>
          <a:ext cx="1848520" cy="87709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kern="1200" dirty="0"/>
            <a:t>Review 3</a:t>
          </a:r>
        </a:p>
      </dsp:txBody>
      <dsp:txXfrm>
        <a:off x="5000602" y="0"/>
        <a:ext cx="1848520" cy="877092"/>
      </dsp:txXfrm>
    </dsp:sp>
    <dsp:sp modelId="{8F278931-6B8D-4CC7-B222-54A106DEA7D2}">
      <dsp:nvSpPr>
        <dsp:cNvPr id="0" name=""/>
        <dsp:cNvSpPr/>
      </dsp:nvSpPr>
      <dsp:spPr>
        <a:xfrm>
          <a:off x="3151527" y="875597"/>
          <a:ext cx="1848520" cy="3814853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/>
            <a:t>Basic ML model skin disease classification.</a:t>
          </a:r>
          <a:endParaRPr lang="en-IN" sz="1400" b="0" kern="1200" dirty="0"/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400" b="0" kern="1200" dirty="0"/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0" kern="1200" dirty="0"/>
            <a:t>Host the model on server backend.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400" b="0" kern="1200" dirty="0"/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0" kern="1200" dirty="0"/>
            <a:t>Create a simple web interface where users can upload an image.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400" b="0" kern="1200" dirty="0"/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0" kern="1200" dirty="0"/>
            <a:t>Working demo of model prediction via web page.</a:t>
          </a:r>
        </a:p>
      </dsp:txBody>
      <dsp:txXfrm>
        <a:off x="3386128" y="875597"/>
        <a:ext cx="1613919" cy="3814853"/>
      </dsp:txXfrm>
    </dsp:sp>
    <dsp:sp modelId="{54947268-7D80-43D0-BAC7-D48FEEE56E8A}">
      <dsp:nvSpPr>
        <dsp:cNvPr id="0" name=""/>
        <dsp:cNvSpPr/>
      </dsp:nvSpPr>
      <dsp:spPr>
        <a:xfrm>
          <a:off x="3151527" y="142029"/>
          <a:ext cx="1848520" cy="73356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kern="1200" dirty="0"/>
            <a:t>Review 2</a:t>
          </a:r>
        </a:p>
      </dsp:txBody>
      <dsp:txXfrm>
        <a:off x="3151527" y="142029"/>
        <a:ext cx="1848520" cy="733568"/>
      </dsp:txXfrm>
    </dsp:sp>
    <dsp:sp modelId="{9A06DBBE-50AE-409C-B06D-5BEB8C9F0EEF}">
      <dsp:nvSpPr>
        <dsp:cNvPr id="0" name=""/>
        <dsp:cNvSpPr/>
      </dsp:nvSpPr>
      <dsp:spPr>
        <a:xfrm>
          <a:off x="1303026" y="864188"/>
          <a:ext cx="1848520" cy="352132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400" b="0" kern="1200" dirty="0"/>
            <a:t>Problem statement objectives.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endParaRPr lang="en-IN" sz="1400" b="0" kern="1200" dirty="0"/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400" b="0" kern="1200" dirty="0"/>
            <a:t>Datasets proposed methodology.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endParaRPr lang="en-IN" sz="1400" b="0" kern="1200" dirty="0"/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400" b="0" kern="1200" dirty="0"/>
            <a:t>Project objective and scope documentation.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endParaRPr lang="en-IN" sz="1400" b="0" kern="1200" dirty="0"/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400" b="0" kern="1200" dirty="0"/>
            <a:t>Initial presentation of approach and planned tech stack.</a:t>
          </a:r>
        </a:p>
      </dsp:txBody>
      <dsp:txXfrm>
        <a:off x="1537626" y="864188"/>
        <a:ext cx="1613919" cy="3521326"/>
      </dsp:txXfrm>
    </dsp:sp>
    <dsp:sp modelId="{5D249563-D7C0-404C-9BE1-419D9C44A9FA}">
      <dsp:nvSpPr>
        <dsp:cNvPr id="0" name=""/>
        <dsp:cNvSpPr/>
      </dsp:nvSpPr>
      <dsp:spPr>
        <a:xfrm>
          <a:off x="1303007" y="288543"/>
          <a:ext cx="1848520" cy="5870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kern="1200" dirty="0"/>
            <a:t>Review 1</a:t>
          </a:r>
        </a:p>
      </dsp:txBody>
      <dsp:txXfrm>
        <a:off x="1303007" y="288543"/>
        <a:ext cx="1848520" cy="58705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InterconnectedBlockProcess">
  <dgm:title val="Interconnected Block Process"/>
  <dgm:desc val="Use to show sequential steps in a process. Works best with small amounts of Level 1 text and medium amounts of Level 2 text."/>
  <dgm:catLst>
    <dgm:cat type="process" pri="5500"/>
    <dgm:cat type="officeonline" pri="3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  <dgm:cxn modelId="70" srcId="0" destId="40" srcOrd="2" destOrd="0"/>
        <dgm:cxn modelId="42" srcId="40" destId="41" srcOrd="0" destOrd="0"/>
      </dgm:cxnLst>
      <dgm:bg/>
      <dgm:whole/>
    </dgm:dataModel>
  </dgm:clrData>
  <dgm:layoutNode name="Name0">
    <dgm:varLst>
      <dgm:chMax val="7"/>
      <dgm:chPref val="5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.127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5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Accent1" refType="w" fact="0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Child1" refType="w" fact="0.063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Parent1" refType="w" fact="0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.5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Child2" refType="w" fact="0.5635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Parent2" refType="w" fact="0.5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6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Accent1" refType="w" fact="0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Child1" refType="w" fact="0.0423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Parent1" refType="w" fact="0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Child2" refType="w" fact="0.3756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.6667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Child3" refType="w" fact="0.709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Parent3" refType="w" fact="0.6667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7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Accent1" refType="w" fact="0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Child1" refType="w" fact="0.0317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Parent1" refType="w" fact="0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2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Child2" refType="w" fact="0.2817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Parent2" refType="w" fact="0.2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Child3" refType="w" fact="0.5317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Parent3" refType="w" fact="0.5"/>
              <dgm:constr type="t" for="ch" forName="Parent3" refType="h" fact="0.0275"/>
              <dgm:constr type="w" for="ch" forName="Parent3" refType="w" fact="0.25"/>
              <dgm:constr type="h" for="ch" forName="Parent3" refType="h" fact="0.1622"/>
              <dgm:constr type="l" for="ch" forName="ChildAccent4" refType="w" fact="0.75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Child4" refType="w" fact="0.7817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Parent4" refType="w" fact="0.75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8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Accent1" refType="w" fact="0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Child1" refType="w" fact="0.0254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Parent1" refType="w" fact="0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2001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Child2" refType="w" fact="0.2255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Parent2" refType="w" fact="0.2001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Child3" refType="w" fact="0.4256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6003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Child4" refType="w" fact="0.6257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Parent4" refType="w" fact="0.6003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.7999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Child5" refType="w" fact="0.8253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Parent5" refType="w" fact="0.7999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9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Accent1" refType="w" fact="0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Child1" refType="w" fact="0.0212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Parent1" refType="w" fact="0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167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Child2" refType="w" fact="0.1888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Parent2" refType="w" fact="0.167"/>
              <dgm:constr type="t" for="ch" forName="Parent2" refType="h" fact="0.0923"/>
              <dgm:constr type="w" for="ch" forName="Parent2" refType="w" fact="0.167"/>
              <dgm:constr type="h" for="ch" forName="Parent2" refType="h" fact="0.1164"/>
              <dgm:constr type="l" for="ch" forName="ChildAccent3" refType="w" fact="0.333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Child3" refType="w" fact="0.3551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Parent3" refType="w" fact="0.3339"/>
              <dgm:constr type="t" for="ch" forName="Parent3" refType="h" fact="0.0698"/>
              <dgm:constr type="w" for="ch" forName="Parent3" refType="w" fact="0.167"/>
              <dgm:constr type="h" for="ch" forName="Parent3" refType="h" fact="0.1396"/>
              <dgm:constr type="l" for="ch" forName="ChildAccent4" refType="w" fact="0.500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Child4" refType="w" fact="0.5221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Parent4" refType="w" fact="0.501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6674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Child5" refType="w" fact="0.6886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Parent5" refType="w" fact="0.668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.833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Child6" refType="w" fact="0.8542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Parent6" refType="w" fact="0.835"/>
              <dgm:constr type="t" for="ch" forName="Parent6" refType="h" fact="0"/>
              <dgm:constr type="w" for="ch" forName="Parent6" refType="w" fact="0.165"/>
              <dgm:constr type="h" for="ch" forName="Parent6" refType="h" fact="0.2095"/>
            </dgm:constrLst>
          </dgm:if>
          <dgm:else name="Name10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Accent1" refType="w" fact="0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Child1" refType="w" fact="0.0182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Parent1" refType="w" fact="0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1432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Child2" refType="w" fact="0.1614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Parent2" refType="w" fact="0.1432"/>
              <dgm:constr type="t" for="ch" forName="Parent2" refType="h" fact="0.108"/>
              <dgm:constr type="w" for="ch" forName="Parent2" refType="w" fact="0.1432"/>
              <dgm:constr type="h" for="ch" forName="Parent2" refType="h" fact="0.1088"/>
              <dgm:constr type="l" for="ch" forName="ChildAccent3" refType="w" fact="0.2865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Child3" refType="w" fact="0.3047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Parent3" refType="w" fact="0.2865"/>
              <dgm:constr type="t" for="ch" forName="Parent3" refType="h" fact="0.087"/>
              <dgm:constr type="w" for="ch" forName="Parent3" refType="w" fact="0.143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Child4" refType="w" fact="0.4479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5726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Child5" refType="w" fact="0.5908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Parent5" refType="w" fact="0.5726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7147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Child6" refType="w" fact="0.7329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Parent6" refType="w" fact="0.716"/>
              <dgm:constr type="t" for="ch" forName="Parent6" refType="h" fact="0.0217"/>
              <dgm:constr type="w" for="ch" forName="Parent6" refType="w" fact="0.1424"/>
              <dgm:constr type="h" for="ch" forName="Parent6" refType="h" fact="0.1958"/>
              <dgm:constr type="l" for="ch" forName="ChildAccent7" refType="w" fact="0.8568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Child7" refType="w" fact="0.875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Parent7" refType="w" fact="0.8577"/>
              <dgm:constr type="t" for="ch" forName="Parent7" refType="h" fact="0"/>
              <dgm:constr type="w" for="ch" forName="Parent7" refType="w" fact="0.1423"/>
              <dgm:constr type="h" for="ch" forName="Parent7" refType="h" fact="0.2175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14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2" refType="w" fact="0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Child1" refType="w" fact="0.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ChildAccent1" refType="w" fact="0.5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Parent1" refType="w" fact="0.5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Parent2" refType="w" fact="0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15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3" refType="w" fact="0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Child2" refType="w" fact="0.3333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Child1" refType="w" fact="0.6667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ChildAccent1" refType="w" fact="0.6667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Parent1" refType="w" fact="0.6667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Parent3" refType="w" fact="0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16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4" refType="w" fact="0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Child3" refType="w" fact="0.25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Child2" refType="w" fact="0.5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Child1" refType="w" fact="0.75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ChildAccent1" refType="w" fact="0.75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Parent1" refType="w" fact="0.75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Parent2" refType="w" fact="0.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2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Parent3" refType="w" fact="0.25"/>
              <dgm:constr type="t" for="ch" forName="Parent3" refType="h" fact="0.0279"/>
              <dgm:constr type="w" for="ch" forName="Parent3" refType="w" fact="0.25"/>
              <dgm:constr type="h" for="ch" forName="Parent3" refType="h" fact="0.161"/>
              <dgm:constr type="l" for="ch" forName="ChildAccent4" refType="w" fact="0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Parent4" refType="w" fact="0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17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5" refType="w" fact="0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Child4" refType="w" fact="0.2001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Child3" refType="w" fact="0.4002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Child2" refType="w" fact="0.6003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Child1" refType="w" fact="0.7999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ChildAccent1" refType="w" fact="0.7999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Parent1" refType="w" fact="0.7999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6003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Parent2" refType="w" fact="0.6003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2001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Parent4" refType="w" fact="0.2001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Parent5" refType="w" fact="0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18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6" refType="w" fact="0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Child5" refType="w" fact="0.167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Child4" refType="w" fact="0.3339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Child3" refType="w" fact="0.5009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Child2" refType="w" fact="0.6674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Child1" refType="w" fact="0.833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ChildAccent1" refType="w" fact="0.833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Parent1" refType="w" fact="0.833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6674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Parent2" refType="w" fact="0.6674"/>
              <dgm:constr type="t" for="ch" forName="Parent2" refType="h" fact="0.0923"/>
              <dgm:constr type="w" for="ch" forName="Parent2" refType="w" fact="0.165"/>
              <dgm:constr type="h" for="ch" forName="Parent2" refType="h" fact="0.1164"/>
              <dgm:constr type="l" for="ch" forName="ChildAccent3" refType="w" fact="0.500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Parent3" refType="w" fact="0.5009"/>
              <dgm:constr type="t" for="ch" forName="Parent3" refType="h" fact="0.0698"/>
              <dgm:constr type="w" for="ch" forName="Parent3" refType="w" fact="0.166"/>
              <dgm:constr type="h" for="ch" forName="Parent3" refType="h" fact="0.1396"/>
              <dgm:constr type="l" for="ch" forName="ChildAccent4" refType="w" fact="0.333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Parent4" refType="w" fact="0.3339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167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Parent5" refType="w" fact="0.167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Parent6" refType="w" fact="0"/>
              <dgm:constr type="t" for="ch" forName="Parent6" refType="h" fact="0"/>
              <dgm:constr type="w" for="ch" forName="Parent6" refType="w" fact="0.167"/>
              <dgm:constr type="h" for="ch" forName="Parent6" refType="h" fact="0.2095"/>
            </dgm:constrLst>
          </dgm:if>
          <dgm:else name="Name19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7" refType="w" fact="0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Child6" refType="w" fact="0.1432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Child5" refType="w" fact="0.2865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Child4" refType="w" fact="0.4297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Child3" refType="w" fact="0.5726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Child2" refType="w" fact="0.7147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Child1" refType="w" fact="0.8568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ChildAccent1" refType="w" fact="0.8568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Parent1" refType="w" fact="0.8568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7147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Parent2" refType="w" fact="0.7147"/>
              <dgm:constr type="t" for="ch" forName="Parent2" refType="h" fact="0.108"/>
              <dgm:constr type="w" for="ch" forName="Parent2" refType="w" fact="0.1425"/>
              <dgm:constr type="h" for="ch" forName="Parent2" refType="h" fact="0.1088"/>
              <dgm:constr type="l" for="ch" forName="ChildAccent3" refType="w" fact="0.5726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Parent3" refType="w" fact="0.5726"/>
              <dgm:constr type="t" for="ch" forName="Parent3" refType="h" fact="0.087"/>
              <dgm:constr type="w" for="ch" forName="Parent3" refType="w" fact="0.14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2865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Parent5" refType="w" fact="0.2865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1432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Parent6" refType="w" fact="0.1432"/>
              <dgm:constr type="t" for="ch" forName="Parent6" refType="h" fact="0.0217"/>
              <dgm:constr type="w" for="ch" forName="Parent6" refType="w" fact="0.1432"/>
              <dgm:constr type="h" for="ch" forName="Parent6" refType="h" fact="0.1958"/>
              <dgm:constr type="l" for="ch" forName="ChildAccent7" refType="w" fact="0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Parent7" refType="w" fact="0"/>
              <dgm:constr type="t" for="ch" forName="Parent7" refType="h" fact="0"/>
              <dgm:constr type="w" for="ch" forName="Parent7" refType="w" fact="0.1432"/>
              <dgm:constr type="h" for="ch" forName="Parent7" refType="h" fact="0.2175"/>
            </dgm:constrLst>
          </dgm:else>
        </dgm:choose>
      </dgm:else>
    </dgm:choose>
    <dgm:forEach name="wrapper" axis="self" ptType="parTrans">
      <dgm:forEach name="accentRepeat" axis="self">
        <dgm:layoutNode name="ChildAccent" styleLbl="alignImgPlace1">
          <dgm:alg type="sp"/>
          <dgm:choose name="Name20">
            <dgm:if name="Name21" axis="followSib" ptType="node" func="cnt" op="equ" val="0">
              <dgm:shape xmlns:r="http://schemas.openxmlformats.org/officeDocument/2006/relationships" type="wedgeRectCallout" r:blip="">
                <dgm:adjLst>
                  <dgm:adj idx="1" val="0"/>
                  <dgm:adj idx="2" val="0"/>
                </dgm:adjLst>
              </dgm:shape>
            </dgm:if>
            <dgm:else name="Name22">
              <dgm:choose name="Name23">
                <dgm:if name="Name24" axis="precedSib" ptType="node" func="cnt" op="equ" val="6">
                  <dgm:shape xmlns:r="http://schemas.openxmlformats.org/officeDocument/2006/relationships" type="wedgeRectCallout" r:blip="">
                    <dgm:adjLst>
                      <dgm:adj idx="1" val="0"/>
                      <dgm:adj idx="2" val="0"/>
                    </dgm:adjLst>
                  </dgm:shape>
                </dgm:if>
                <dgm:else name="Name25">
                  <dgm:choose name="Name26">
                    <dgm:if name="Name27" func="var" arg="dir" op="equ" val="norm">
                      <dgm:shape xmlns:r="http://schemas.openxmlformats.org/officeDocument/2006/relationships" type="wedgeRectCallout" r:blip="">
                        <dgm:adjLst>
                          <dgm:adj idx="1" val="0.625"/>
                          <dgm:adj idx="2" val="0.2083"/>
                        </dgm:adjLst>
                      </dgm:shape>
                    </dgm:if>
                    <dgm:else name="Name28">
                      <dgm:shape xmlns:r="http://schemas.openxmlformats.org/officeDocument/2006/relationships" type="wedgeRectCallout" r:blip="">
                        <dgm:adjLst>
                          <dgm:adj idx="1" val="-0.625"/>
                          <dgm:adj idx="2" val="0.2083"/>
                        </dgm:adjLst>
                      </dgm:shape>
                    </dgm:else>
                  </dgm:choose>
                </dgm:else>
              </dgm:choose>
            </dgm:else>
          </dgm:choose>
          <dgm:presOf axis="des" ptType="node"/>
        </dgm:layoutNode>
      </dgm:forEach>
    </dgm:forEach>
    <dgm:forEach name="Name29" axis="ch" ptType="node" st="7" cnt="1">
      <dgm:layoutNode name="ChildAccent7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7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7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4" axis="ch" ptType="node" st="6" cnt="1">
      <dgm:layoutNode name="ChildAccent6">
        <dgm:alg type="sp"/>
        <dgm:shape xmlns:r="http://schemas.openxmlformats.org/officeDocument/2006/relationships" r:blip="">
          <dgm:adjLst/>
        </dgm:shape>
        <dgm:presOf/>
        <dgm:constrLst/>
        <dgm:forEach name="Name35" ref="accentRepeat"/>
      </dgm:layoutNode>
      <dgm:layoutNode name="Child6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6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9" axis="ch" ptType="node" st="5" cnt="1">
      <dgm:layoutNode name="Child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  <dgm:layoutNode name="Child5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5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4" axis="ch" ptType="node" st="4" cnt="1">
      <dgm:layoutNode name="ChildAccent4">
        <dgm:alg type="sp"/>
        <dgm:shape xmlns:r="http://schemas.openxmlformats.org/officeDocument/2006/relationships" r:blip="">
          <dgm:adjLst/>
        </dgm:shape>
        <dgm:presOf/>
        <dgm:constrLst/>
        <dgm:forEach name="Name45" ref="accent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4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9" axis="ch" ptType="node" st="3" cnt="1">
      <dgm:layoutNode name="ChildAccent3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Child3" styleLbl="revTx">
        <dgm:varLst>
          <dgm:chMax val="0"/>
          <dgm:chPref val="0"/>
          <dgm:bulletEnabled val="1"/>
        </dgm:varLst>
        <dgm:choose name="Name51">
          <dgm:if name="Name5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3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4" axis="ch" ptType="node" st="2" cnt="1">
      <dgm:layoutNode name="ChildAccent2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  <dgm:layoutNode name="Child2" styleLbl="revTx">
        <dgm:varLst>
          <dgm:chMax val="0"/>
          <dgm:chPref val="0"/>
          <dgm:bulletEnabled val="1"/>
        </dgm:varLst>
        <dgm:choose name="Name56">
          <dgm:if name="Name5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2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9" axis="ch" ptType="node" cnt="1">
      <dgm:layoutNode name="ChildAccent1">
        <dgm:alg type="sp"/>
        <dgm:shape xmlns:r="http://schemas.openxmlformats.org/officeDocument/2006/relationships" r:blip="">
          <dgm:adjLst/>
        </dgm:shape>
        <dgm:presOf/>
        <dgm:constrLst/>
        <dgm:forEach name="Name60" ref="accentRepeat"/>
      </dgm:layoutNode>
      <dgm:layoutNode name="Child1" styleLbl="revTx">
        <dgm:varLst>
          <dgm:chMax val="0"/>
          <dgm:chPref val="0"/>
          <dgm:bulletEnabled val="1"/>
        </dgm:varLst>
        <dgm:choose name="Name61">
          <dgm:if name="Name6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6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1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2911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2441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8305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7165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999604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396588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375858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946112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068752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583820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017373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55935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24313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3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173075" y="740139"/>
            <a:ext cx="11597893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US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Al-based tool for preliminary diagnosis of Dermatological manifestations</a:t>
            </a:r>
            <a:endParaRPr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197505" y="2030585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Batch Number: </a:t>
            </a:r>
            <a:r>
              <a:rPr lang="en-GB" sz="1800" dirty="0">
                <a:solidFill>
                  <a:schemeClr val="bg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CIT_23</a:t>
            </a:r>
            <a:endParaRPr sz="1800" dirty="0">
              <a:solidFill>
                <a:schemeClr val="bg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315022" y="2030585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algn="l"/>
            <a:r>
              <a:rPr lang="en-IN" sz="1700" b="1" i="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Dr.</a:t>
            </a:r>
            <a:r>
              <a:rPr lang="en-IN" sz="1700" b="1" i="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Mohammad Buran Basha</a:t>
            </a: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l"/>
            <a:r>
              <a:rPr lang="en-GB" sz="1800" b="1" i="0" dirty="0">
                <a:solidFill>
                  <a:schemeClr val="bg2">
                    <a:lumMod val="75000"/>
                  </a:schemeClr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Presidency School of Engineering, Department of Electronics and Communication Engineering</a:t>
            </a: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89" name="Google Shape;89;p13"/>
          <p:cNvGraphicFramePr/>
          <p:nvPr>
            <p:extLst>
              <p:ext uri="{D42A27DB-BD31-4B8C-83A1-F6EECF244321}">
                <p14:modId xmlns:p14="http://schemas.microsoft.com/office/powerpoint/2010/main" val="1998578095"/>
              </p:ext>
            </p:extLst>
          </p:nvPr>
        </p:nvGraphicFramePr>
        <p:xfrm>
          <a:off x="0" y="2748934"/>
          <a:ext cx="5894430" cy="219462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192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5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9253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Roll Number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25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N" sz="1800" u="none" strike="noStrike" cap="none" dirty="0"/>
                        <a:t>20221CIT0085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VINOD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25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20221CIT0077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NALLIN KUMAR AB</a:t>
                      </a: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25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20221CIT0068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DEEKSHA D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25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25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2947215" y="135254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22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CSE7101-</a:t>
            </a:r>
            <a:r>
              <a:rPr lang="en-GB" sz="22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Capstone Project</a:t>
            </a:r>
            <a:endParaRPr sz="2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22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Review-2</a:t>
            </a:r>
            <a:endParaRPr sz="22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" y="4683469"/>
            <a:ext cx="8595360" cy="1321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1800" b="1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CIT-Computer Science &amp; Engineering (Internet of Things)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</a:t>
            </a:r>
            <a:r>
              <a:rPr lang="en-US" sz="1800" b="1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HoD</a:t>
            </a: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: 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Anandaraj S.P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Project Coordinator: 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</a:t>
            </a: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Sharmasth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Vali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Project Coordinators: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Sampath A K , Dr. Geetha Arjunan</a:t>
            </a:r>
            <a:endParaRPr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Problem Statement Number: 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416560" y="1027497"/>
            <a:ext cx="11064240" cy="5278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Skin diseases are the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4th leading cause of nonfatal disease burden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worldwide.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Many are linked to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serious systemic illnesses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such as HIV and neglected tropical diseases (NTDs).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These conditions affect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mental health, daily functioning, and social participation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of patients.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Access to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dermatological care is limited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in underserved and resource-poor regions.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Barriers include lack of efficient diagnostic tools, poor infrastructure, and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scarcity of trained physicians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.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Even preliminary screening of skin conditions is challenging without expert support.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An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AI-based image processing tool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can provide cost-effective and accessible preliminary diagnosis, improving healthcare delivery.</a:t>
            </a:r>
          </a:p>
        </p:txBody>
      </p:sp>
    </p:spTree>
    <p:extLst>
      <p:ext uri="{BB962C8B-B14F-4D97-AF65-F5344CB8AC3E}">
        <p14:creationId xmlns:p14="http://schemas.microsoft.com/office/powerpoint/2010/main" val="2143451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1129943"/>
            <a:ext cx="10668000" cy="4776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Abstract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Literature Survey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Proposed Method &amp; Feasibility</a:t>
            </a:r>
            <a:endParaRPr lang="en-US" sz="3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Architecture Diagram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Modules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Software details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Results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Abstract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599090" y="1143000"/>
            <a:ext cx="10881710" cy="386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34290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Skin diseases are among the top causes of nonfatal global health burden, yet there is a severe shortage of dermatologists in rural and resource-limited regions.</a:t>
            </a:r>
          </a:p>
          <a:p>
            <a:pPr marL="0" indent="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800" b="0" i="0" u="none" strike="noStrike" cap="none" normalizeH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34290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AI-based diagnostic systems using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ResNet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have demonstrated high accuracy, with reported performance ranging between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85–97%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on curated datasets.</a:t>
            </a:r>
          </a:p>
          <a:p>
            <a:pPr marL="0" indent="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34290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This project proposes the development of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lightweight tool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that can provide preliminary diagnosis for common dermatological conditions.</a:t>
            </a:r>
          </a:p>
          <a:p>
            <a:pPr marL="0" indent="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34290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GB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The disease type will be detected and displayed to the user through a web or mobile interface.</a:t>
            </a:r>
            <a:endParaRPr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08161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685800" y="286583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Literature Survey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>
            <a:spLocks/>
          </p:cNvSpPr>
          <p:nvPr/>
        </p:nvSpPr>
        <p:spPr>
          <a:xfrm>
            <a:off x="558800" y="1142999"/>
            <a:ext cx="10922000" cy="4952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0" indent="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2686B1C3-552C-4726-848D-544065675D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9378875"/>
              </p:ext>
            </p:extLst>
          </p:nvPr>
        </p:nvGraphicFramePr>
        <p:xfrm>
          <a:off x="388883" y="997428"/>
          <a:ext cx="11414233" cy="5235206"/>
        </p:xfrm>
        <a:graphic>
          <a:graphicData uri="http://schemas.openxmlformats.org/drawingml/2006/table">
            <a:tbl>
              <a:tblPr firstRow="1" bandRow="1"/>
              <a:tblGrid>
                <a:gridCol w="2606565">
                  <a:extLst>
                    <a:ext uri="{9D8B030D-6E8A-4147-A177-3AD203B41FA5}">
                      <a16:colId xmlns:a16="http://schemas.microsoft.com/office/drawing/2014/main" val="646270356"/>
                    </a:ext>
                  </a:extLst>
                </a:gridCol>
                <a:gridCol w="1208690">
                  <a:extLst>
                    <a:ext uri="{9D8B030D-6E8A-4147-A177-3AD203B41FA5}">
                      <a16:colId xmlns:a16="http://schemas.microsoft.com/office/drawing/2014/main" val="1490523921"/>
                    </a:ext>
                  </a:extLst>
                </a:gridCol>
                <a:gridCol w="2019203">
                  <a:extLst>
                    <a:ext uri="{9D8B030D-6E8A-4147-A177-3AD203B41FA5}">
                      <a16:colId xmlns:a16="http://schemas.microsoft.com/office/drawing/2014/main" val="516139938"/>
                    </a:ext>
                  </a:extLst>
                </a:gridCol>
                <a:gridCol w="1859925">
                  <a:extLst>
                    <a:ext uri="{9D8B030D-6E8A-4147-A177-3AD203B41FA5}">
                      <a16:colId xmlns:a16="http://schemas.microsoft.com/office/drawing/2014/main" val="1933795967"/>
                    </a:ext>
                  </a:extLst>
                </a:gridCol>
                <a:gridCol w="1859925">
                  <a:extLst>
                    <a:ext uri="{9D8B030D-6E8A-4147-A177-3AD203B41FA5}">
                      <a16:colId xmlns:a16="http://schemas.microsoft.com/office/drawing/2014/main" val="731315905"/>
                    </a:ext>
                  </a:extLst>
                </a:gridCol>
                <a:gridCol w="1859925">
                  <a:extLst>
                    <a:ext uri="{9D8B030D-6E8A-4147-A177-3AD203B41FA5}">
                      <a16:colId xmlns:a16="http://schemas.microsoft.com/office/drawing/2014/main" val="3514090041"/>
                    </a:ext>
                  </a:extLst>
                </a:gridCol>
              </a:tblGrid>
              <a:tr h="421469"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Advantages</a:t>
                      </a:r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Drawbacks</a:t>
                      </a:r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7147537"/>
                  </a:ext>
                </a:extLst>
              </a:tr>
              <a:tr h="987972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Deep Learning-Based Dermatological Condition Detection: A Systematic Review (IEEE)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Multiple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ResNet50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70–98% across datasets (ISIC, HAM10000)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Widely tested, strong image features, transfer learning ready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Heavy, risk of overfitting, accuracy drops on external data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4870055"/>
                  </a:ext>
                </a:extLst>
              </a:tr>
              <a:tr h="777765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External Validation of AI Models for Skin Diseases: A Systematic Review (IEEE)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dirty="0"/>
                        <a:t>Multiple</a:t>
                      </a:r>
                    </a:p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ResNet50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Internal: ~90%, External: 70–80%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Proves real-world gaps, shows need for diverse data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Very few external trials, bias toward light skin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6806589"/>
                  </a:ext>
                </a:extLst>
              </a:tr>
              <a:tr h="664254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Recent Advancements in Diagnosis of Skin Diseases Using ML/DL: A Review (MDPI, Diagnostics)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Multiple</a:t>
                      </a:r>
                      <a:endParaRPr lang="en-IN" dirty="0">
                        <a:effectLst/>
                      </a:endParaRPr>
                    </a:p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err="1"/>
                        <a:t>EfficientNet</a:t>
                      </a:r>
                      <a:r>
                        <a:rPr lang="en-IN" b="1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Up to 95% (ResNet50 on HAM10000)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Needs tuning, limited external validation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4464077"/>
                  </a:ext>
                </a:extLst>
              </a:tr>
              <a:tr h="570713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The Emerging Role of AI in Dermatology: A Systematic Review (MDPI, </a:t>
                      </a:r>
                      <a:r>
                        <a:rPr lang="en-GB" dirty="0" err="1"/>
                        <a:t>Dermato</a:t>
                      </a:r>
                      <a:r>
                        <a:rPr lang="en-GB" dirty="0"/>
                        <a:t>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Multiple</a:t>
                      </a:r>
                      <a:endParaRPr lang="en-IN" dirty="0">
                        <a:effectLst/>
                      </a:endParaRPr>
                    </a:p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err="1"/>
                        <a:t>ResNet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Varies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Clinical workflow focus, triage &amp; telemedicine applications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Limited clinical evidence, early-stage adoption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3100459"/>
                  </a:ext>
                </a:extLst>
              </a:tr>
              <a:tr h="991374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The Use of AI for Skin Disease Diagnosis in Primary Care (MDPI, Healthcare)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Multiple</a:t>
                      </a:r>
                      <a:endParaRPr lang="en-IN" dirty="0">
                        <a:effectLst/>
                      </a:endParaRPr>
                    </a:p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Inception-v3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70–90%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Helps General doctors with 1</a:t>
                      </a:r>
                      <a:r>
                        <a:rPr lang="en-GB" baseline="30000" dirty="0"/>
                        <a:t>st</a:t>
                      </a:r>
                      <a:r>
                        <a:rPr lang="en-GB" dirty="0"/>
                        <a:t> checks, reduces unnecessary referrals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Few real-world trials, dataset bias risk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0932008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23B30B3-2125-4D7E-8AAD-DA3EEC1A98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2463331"/>
              </p:ext>
            </p:extLst>
          </p:nvPr>
        </p:nvGraphicFramePr>
        <p:xfrm>
          <a:off x="8019392" y="3253738"/>
          <a:ext cx="2046014" cy="944880"/>
        </p:xfrm>
        <a:graphic>
          <a:graphicData uri="http://schemas.openxmlformats.org/drawingml/2006/table">
            <a:tbl>
              <a:tblPr/>
              <a:tblGrid>
                <a:gridCol w="2046014">
                  <a:extLst>
                    <a:ext uri="{9D8B030D-6E8A-4147-A177-3AD203B41FA5}">
                      <a16:colId xmlns:a16="http://schemas.microsoft.com/office/drawing/2014/main" val="1818641721"/>
                    </a:ext>
                  </a:extLst>
                </a:gridCol>
              </a:tblGrid>
              <a:tr h="488994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High accuracy with fewer parameters, scalable. </a:t>
                      </a:r>
                      <a:br>
                        <a:rPr lang="en-GB" dirty="0"/>
                      </a:br>
                      <a:r>
                        <a:rPr lang="en-GB" dirty="0"/>
                        <a:t>Faster than </a:t>
                      </a:r>
                      <a:r>
                        <a:rPr lang="en-GB" dirty="0" err="1"/>
                        <a:t>ResNet</a:t>
                      </a:r>
                      <a:endParaRPr lang="en-GB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43814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63573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685800" y="286583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Literature Survey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>
            <a:spLocks/>
          </p:cNvSpPr>
          <p:nvPr/>
        </p:nvSpPr>
        <p:spPr>
          <a:xfrm>
            <a:off x="558800" y="1142999"/>
            <a:ext cx="10922000" cy="4952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0" indent="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2686B1C3-552C-4726-848D-544065675D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5454534"/>
              </p:ext>
            </p:extLst>
          </p:nvPr>
        </p:nvGraphicFramePr>
        <p:xfrm>
          <a:off x="388883" y="1016096"/>
          <a:ext cx="11414233" cy="4890968"/>
        </p:xfrm>
        <a:graphic>
          <a:graphicData uri="http://schemas.openxmlformats.org/drawingml/2006/table">
            <a:tbl>
              <a:tblPr firstRow="1" bandRow="1"/>
              <a:tblGrid>
                <a:gridCol w="2606565">
                  <a:extLst>
                    <a:ext uri="{9D8B030D-6E8A-4147-A177-3AD203B41FA5}">
                      <a16:colId xmlns:a16="http://schemas.microsoft.com/office/drawing/2014/main" val="646270356"/>
                    </a:ext>
                  </a:extLst>
                </a:gridCol>
                <a:gridCol w="1208690">
                  <a:extLst>
                    <a:ext uri="{9D8B030D-6E8A-4147-A177-3AD203B41FA5}">
                      <a16:colId xmlns:a16="http://schemas.microsoft.com/office/drawing/2014/main" val="1490523921"/>
                    </a:ext>
                  </a:extLst>
                </a:gridCol>
                <a:gridCol w="2019203">
                  <a:extLst>
                    <a:ext uri="{9D8B030D-6E8A-4147-A177-3AD203B41FA5}">
                      <a16:colId xmlns:a16="http://schemas.microsoft.com/office/drawing/2014/main" val="516139938"/>
                    </a:ext>
                  </a:extLst>
                </a:gridCol>
                <a:gridCol w="1859925">
                  <a:extLst>
                    <a:ext uri="{9D8B030D-6E8A-4147-A177-3AD203B41FA5}">
                      <a16:colId xmlns:a16="http://schemas.microsoft.com/office/drawing/2014/main" val="1933795967"/>
                    </a:ext>
                  </a:extLst>
                </a:gridCol>
                <a:gridCol w="1859925">
                  <a:extLst>
                    <a:ext uri="{9D8B030D-6E8A-4147-A177-3AD203B41FA5}">
                      <a16:colId xmlns:a16="http://schemas.microsoft.com/office/drawing/2014/main" val="731315905"/>
                    </a:ext>
                  </a:extLst>
                </a:gridCol>
                <a:gridCol w="1859925">
                  <a:extLst>
                    <a:ext uri="{9D8B030D-6E8A-4147-A177-3AD203B41FA5}">
                      <a16:colId xmlns:a16="http://schemas.microsoft.com/office/drawing/2014/main" val="3514090041"/>
                    </a:ext>
                  </a:extLst>
                </a:gridCol>
              </a:tblGrid>
              <a:tr h="421469"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Advantages</a:t>
                      </a:r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Drawbacks</a:t>
                      </a:r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7147537"/>
                  </a:ext>
                </a:extLst>
              </a:tr>
              <a:tr h="769607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Recent Advances in Diagnosis of Skin Lesions Using </a:t>
                      </a:r>
                      <a:r>
                        <a:rPr lang="en-GB" dirty="0" err="1"/>
                        <a:t>Dermoscopy</a:t>
                      </a:r>
                      <a:r>
                        <a:rPr lang="en-GB" dirty="0"/>
                        <a:t> (IEEE)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Multiple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80–95%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High </a:t>
                      </a:r>
                      <a:r>
                        <a:rPr lang="en-GB" dirty="0" err="1"/>
                        <a:t>dermoscopy</a:t>
                      </a:r>
                      <a:r>
                        <a:rPr lang="en-GB" dirty="0"/>
                        <a:t> accuracy, transfer learning effective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May fail on poor-quality or non-</a:t>
                      </a:r>
                      <a:r>
                        <a:rPr lang="en-GB" dirty="0" err="1"/>
                        <a:t>dermoscopy</a:t>
                      </a:r>
                      <a:r>
                        <a:rPr lang="en-GB" dirty="0"/>
                        <a:t> photos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4870055"/>
                  </a:ext>
                </a:extLst>
              </a:tr>
              <a:tr h="777765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High-Precision Skin Disease Diagnosis via DL on </a:t>
                      </a:r>
                      <a:r>
                        <a:rPr lang="en-IN" dirty="0" err="1"/>
                        <a:t>Dermoscopic</a:t>
                      </a:r>
                      <a:r>
                        <a:rPr lang="en-IN" dirty="0"/>
                        <a:t> Images (MDPI, Bioengineering)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dirty="0"/>
                        <a:t>Multiple</a:t>
                      </a:r>
                    </a:p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ResNet50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~95%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Very high accuracy in research datasets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Limited diversity, not tested </a:t>
                      </a:r>
                      <a:r>
                        <a:rPr lang="en-IN" dirty="0"/>
                        <a:t>in diverse populations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6806589"/>
                  </a:ext>
                </a:extLst>
              </a:tr>
              <a:tr h="789327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Interpretable AI for Enhanced Skin Lesion Classification (MDPI, Diagnostics)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Multiple</a:t>
                      </a:r>
                      <a:endParaRPr lang="en-IN" dirty="0">
                        <a:effectLst/>
                      </a:endParaRPr>
                    </a:p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ResNet50 + Grad-CAM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85–93%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Explainable predictions, increases doctor trust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Slightly less accurate, explanations ambiguous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4464077"/>
                  </a:ext>
                </a:extLst>
              </a:tr>
              <a:tr h="729419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AI for Skin Disease Diagnosis in Primary Care: A Systematic Review (MDPI, Applied Sciences)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Multiple</a:t>
                      </a:r>
                      <a:endParaRPr lang="en-IN" dirty="0">
                        <a:effectLst/>
                      </a:endParaRPr>
                    </a:p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err="1"/>
                        <a:t>MobileNet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70–90%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Lightweight, works on mobile/edge devices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Lower accuracy, weak on complex lesions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3100459"/>
                  </a:ext>
                </a:extLst>
              </a:tr>
              <a:tr h="865252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Multimodal Approach Using Telegram Chatbot (IEEE)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Multiple</a:t>
                      </a:r>
                      <a:endParaRPr lang="en-IN" dirty="0">
                        <a:effectLst/>
                      </a:endParaRPr>
                    </a:p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err="1"/>
                        <a:t>ResNet</a:t>
                      </a:r>
                      <a:r>
                        <a:rPr lang="en-IN" b="1" dirty="0"/>
                        <a:t> (images) + NLP (text)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~85%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Combines photos + symptoms, good for telemedicine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Prototype only, small dataset, no clinical validation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093200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3644108-E4B5-4F6D-92A4-F415F958F876}"/>
              </a:ext>
            </a:extLst>
          </p:cNvPr>
          <p:cNvSpPr txBox="1"/>
          <p:nvPr/>
        </p:nvSpPr>
        <p:spPr>
          <a:xfrm>
            <a:off x="4309241" y="1650124"/>
            <a:ext cx="1786759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EfficientNet-B0</a:t>
            </a:r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2845222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>
            <a:spLocks/>
          </p:cNvSpPr>
          <p:nvPr/>
        </p:nvSpPr>
        <p:spPr>
          <a:xfrm>
            <a:off x="558800" y="1142999"/>
            <a:ext cx="10922000" cy="4952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AI-based tool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the preliminary diagnosis of skin diseases to help users identify conditions without immediate access to a dermatologist.</a:t>
            </a:r>
          </a:p>
          <a:p>
            <a:pPr marL="0" indent="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build a CNN model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that can classify skin diseases effectively.</a:t>
            </a:r>
          </a:p>
          <a:p>
            <a:pPr marL="0" indent="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achieve a validation accuracy of at least 85%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during model testing to ensure reliable predictions.</a:t>
            </a:r>
          </a:p>
          <a:p>
            <a:pPr marL="0" indent="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ensure the model is lightweight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so it can run smoothly on mobile devices and web platforms with limited resources.</a:t>
            </a:r>
          </a:p>
          <a:p>
            <a:pPr marL="0" indent="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use a lightweight dataset such as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DermNet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that is easier to train while still covering a wide range of skin disease categories.</a:t>
            </a:r>
          </a:p>
        </p:txBody>
      </p:sp>
    </p:spTree>
    <p:extLst>
      <p:ext uri="{BB962C8B-B14F-4D97-AF65-F5344CB8AC3E}">
        <p14:creationId xmlns:p14="http://schemas.microsoft.com/office/powerpoint/2010/main" val="31160337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Proposed Method &amp; Feasibility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>
            <a:spLocks/>
          </p:cNvSpPr>
          <p:nvPr/>
        </p:nvSpPr>
        <p:spPr>
          <a:xfrm>
            <a:off x="558800" y="1142999"/>
            <a:ext cx="10922000" cy="4952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machine learning classifiers such as SVM, KNN, and RF depend on manually engineered features and achieve lower accuracy.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Deep CNNs such as VGG,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ResNet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DenseNet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achieve higher accuracy but require heavy computation, </a:t>
            </a: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limiting their use in mobile applications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Lightweight CNN models such as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MobileNet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EfficientNet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balance accuracy with efficiency, making them better for mobile applications.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drawbacks in the field include: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GB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datasets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GB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bias towards lighter skin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GB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generalization in real-world cases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GB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interpretability of CNN predictions.</a:t>
            </a:r>
            <a:endParaRPr kumimoji="0" lang="en-US" altLang="en-US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11839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Architecture Diagram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>
            <a:spLocks/>
          </p:cNvSpPr>
          <p:nvPr/>
        </p:nvSpPr>
        <p:spPr>
          <a:xfrm>
            <a:off x="558800" y="1142999"/>
            <a:ext cx="10922000" cy="4952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31397F9-5132-4C4A-BE3D-610085B69DF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1111"/>
          <a:stretch/>
        </p:blipFill>
        <p:spPr>
          <a:xfrm>
            <a:off x="1681655" y="990599"/>
            <a:ext cx="8465834" cy="4955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8460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Modules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>
            <a:spLocks/>
          </p:cNvSpPr>
          <p:nvPr/>
        </p:nvSpPr>
        <p:spPr>
          <a:xfrm>
            <a:off x="558800" y="1142999"/>
            <a:ext cx="10922000" cy="4952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Image Acquisition Module</a:t>
            </a: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Captures or uploads skin lesion images using smartphone or dermatoscope.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Resize and Normalize Module</a:t>
            </a: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Adjusts image dimensions and normalizes pixel intensity values to ensure uniform input for the model.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Segmentation Module</a:t>
            </a: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Extracts lesion area from the skin image to remove background noise and focus analysis on the affected region.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Augmentation Module</a:t>
            </a: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Applies transformations such as rotation, flipping, scaling, and contrast adjustments to increase dataset diversity and reduce overfitting.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Convolutional Neural Network (CNN) Analysis Module</a:t>
            </a: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Performs feature extraction from skin images using convolutional and pooling layers to capture texture and color patterns.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ResNet50 Model Module</a:t>
            </a: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Uses a pretrained ResNet50 deep learning architecture for accurate classification of skin lesion types.</a:t>
            </a:r>
          </a:p>
        </p:txBody>
      </p:sp>
    </p:spTree>
    <p:extLst>
      <p:ext uri="{BB962C8B-B14F-4D97-AF65-F5344CB8AC3E}">
        <p14:creationId xmlns:p14="http://schemas.microsoft.com/office/powerpoint/2010/main" val="41715001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Modules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>
            <a:spLocks/>
          </p:cNvSpPr>
          <p:nvPr/>
        </p:nvSpPr>
        <p:spPr>
          <a:xfrm>
            <a:off x="685800" y="1313794"/>
            <a:ext cx="10922000" cy="4952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Grad-CAM Visualization Module: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Generates heatmaps highlighting important image regions contributing to the model’s decision, improving interpretability.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Diagnosis Module</a:t>
            </a: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Identifies and labels the type of skin disease (e.g., melanoma, lesion, etc.) based on model output.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Confidence Score Module</a:t>
            </a: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a probability score indicating the reliability of the model’s diagnosis.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 Module</a:t>
            </a: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Suggests next steps (e.g., consult dermatologist, monitor lesion, or no immediate action) based on the diagnosis and confidence level.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Interface Module</a:t>
            </a:r>
            <a:b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Offers a user-friendly interface (web or mobile) for doctors and patients to upload images, view results, and receive recommendations.</a:t>
            </a:r>
          </a:p>
        </p:txBody>
      </p:sp>
    </p:spTree>
    <p:extLst>
      <p:ext uri="{BB962C8B-B14F-4D97-AF65-F5344CB8AC3E}">
        <p14:creationId xmlns:p14="http://schemas.microsoft.com/office/powerpoint/2010/main" val="36292292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796312-CA84-DC1D-10F5-AFC4CAB42750}"/>
              </a:ext>
            </a:extLst>
          </p:cNvPr>
          <p:cNvSpPr txBox="1"/>
          <p:nvPr/>
        </p:nvSpPr>
        <p:spPr>
          <a:xfrm>
            <a:off x="693419" y="136574"/>
            <a:ext cx="35775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Results</a:t>
            </a:r>
            <a:endParaRPr lang="en-IN" sz="3200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D4C0166-FE0F-554B-CE4D-7AD3EF0F4B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0463" y="1274373"/>
            <a:ext cx="10631073" cy="46782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+mn-lt"/>
              </a:rPr>
              <a:t>High-Accuracy Predictive Model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+mn-lt"/>
              </a:rPr>
              <a:t>A deep learning model was successfully trained to achieve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+mn-lt"/>
              </a:rPr>
              <a:t>predictive accuracy of 90%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+mn-lt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+mn-lt"/>
              </a:rPr>
              <a:t>The model was trained and tested using the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rgbClr val="1B1C1D"/>
                </a:solidFill>
                <a:effectLst/>
                <a:latin typeface="+mn-lt"/>
              </a:rPr>
              <a:t>DermNet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+mn-lt"/>
              </a:rPr>
              <a:t> dataset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+mn-lt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+mn-lt"/>
              </a:rPr>
              <a:t>This result successfully meets the project's core objective, which was to achieve a validation accuracy of at least 85% to ensure reliable predictions.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1B1C1D"/>
              </a:solidFill>
              <a:effectLst/>
              <a:latin typeface="+mn-lt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+mn-lt"/>
              </a:rPr>
              <a:t>Fully Functional Web Application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+mn-lt"/>
              </a:rPr>
              <a:t>A fully functional and user-friendly web application has been developed for diagnosis.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+mn-lt"/>
              </a:rPr>
              <a:t>The platform features an intuitive dashboard where users can upload an image of a skin lesion for analysis.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+mn-lt"/>
              </a:rPr>
              <a:t>The AI model processes the image in real-time to provide an instant preliminary diagnosis.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1B1C1D"/>
              </a:solidFill>
              <a:effectLst/>
              <a:latin typeface="+mn-lt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+mn-lt"/>
              </a:rPr>
              <a:t>Multi-Language Support for Accessibility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+mn-lt"/>
              </a:rPr>
              <a:t>The platform integrates multi-language support to make the tool accessible to a broader audience.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+mn-lt"/>
              </a:rPr>
              <a:t>While the default language is English, diagnostic results can be viewed in both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+mn-lt"/>
              </a:rPr>
              <a:t>Hindi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+mn-lt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+mn-lt"/>
              </a:rPr>
              <a:t>Kannada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+mn-lt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+mn-lt"/>
              </a:rPr>
              <a:t>This feature is critical for effective deployment in the diverse linguistic regions of India.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95557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Software Details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>
            <a:spLocks/>
          </p:cNvSpPr>
          <p:nvPr/>
        </p:nvSpPr>
        <p:spPr>
          <a:xfrm>
            <a:off x="558800" y="1142999"/>
            <a:ext cx="10922000" cy="4952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Requirements:</a:t>
            </a:r>
            <a:endParaRPr lang="en-US" alt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Programming: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Frameworks: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TensorFlow /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Keras</a:t>
            </a:r>
            <a:endParaRPr lang="en-US" alt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Preprocessing: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OpenCV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Deployment: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Flask for backend, simple web UI for front-end, TensorFlow Lite for mobile deployment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Dataset: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DermNet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dataset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training and testing.</a:t>
            </a:r>
          </a:p>
        </p:txBody>
      </p:sp>
    </p:spTree>
    <p:extLst>
      <p:ext uri="{BB962C8B-B14F-4D97-AF65-F5344CB8AC3E}">
        <p14:creationId xmlns:p14="http://schemas.microsoft.com/office/powerpoint/2010/main" val="34979455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 (Gantt Chart)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5CC860D7-2CB9-4BD9-5C2C-00C99EA237A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00951395"/>
              </p:ext>
            </p:extLst>
          </p:nvPr>
        </p:nvGraphicFramePr>
        <p:xfrm>
          <a:off x="1917700" y="1154430"/>
          <a:ext cx="8152130" cy="498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798902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References (IEEE Paper format)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2ADD31-497F-BA6C-90D6-DE43015B8885}"/>
              </a:ext>
            </a:extLst>
          </p:cNvPr>
          <p:cNvSpPr txBox="1"/>
          <p:nvPr/>
        </p:nvSpPr>
        <p:spPr>
          <a:xfrm>
            <a:off x="762000" y="1228050"/>
            <a:ext cx="10668000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Deep Learning-Based Dermatological Condition Detection: A Systematic Review (IEEE)</a:t>
            </a:r>
          </a:p>
          <a:p>
            <a:br>
              <a:rPr lang="en-GB" sz="1600" dirty="0"/>
            </a:br>
            <a:r>
              <a:rPr lang="en-GB" sz="1600" dirty="0"/>
              <a:t>External Validation of AI Models for Skin Diseases: A Systematic Review (IEEE)</a:t>
            </a:r>
          </a:p>
          <a:p>
            <a:endParaRPr lang="en-IN" sz="1600" dirty="0"/>
          </a:p>
          <a:p>
            <a:r>
              <a:rPr lang="en-GB" sz="1600" dirty="0"/>
              <a:t>Recent Advancements in Diagnosis of Skin Diseases Using ML/DL: A Review (MDPI, Diagnostics)</a:t>
            </a:r>
          </a:p>
          <a:p>
            <a:pPr lvl="1"/>
            <a:br>
              <a:rPr lang="en-GB" sz="1600" dirty="0"/>
            </a:br>
            <a:r>
              <a:rPr lang="en-GB" sz="1600" dirty="0"/>
              <a:t>The Emerging Role of AI in Dermatology: A Systematic Review (MDPI, Dermato)</a:t>
            </a:r>
          </a:p>
          <a:p>
            <a:br>
              <a:rPr lang="en-GB" sz="1600" dirty="0"/>
            </a:br>
            <a:r>
              <a:rPr lang="en-GB" sz="1600" dirty="0"/>
              <a:t>The Use of AI for Skin Disease Diagnosis in Primary Care (MDPI, Healthcare)</a:t>
            </a:r>
          </a:p>
          <a:p>
            <a:endParaRPr lang="en-IN" sz="1600" dirty="0"/>
          </a:p>
          <a:p>
            <a:r>
              <a:rPr lang="en-GB" sz="1600" dirty="0"/>
              <a:t>Recent Advances in Diagnosis of Skin Lesions Using </a:t>
            </a:r>
            <a:r>
              <a:rPr lang="en-GB" sz="1600" dirty="0" err="1"/>
              <a:t>Dermoscopy</a:t>
            </a:r>
            <a:r>
              <a:rPr lang="en-GB" sz="1600" dirty="0"/>
              <a:t> (IEEE)</a:t>
            </a:r>
          </a:p>
          <a:p>
            <a:br>
              <a:rPr lang="en-GB" sz="1600" dirty="0"/>
            </a:br>
            <a:r>
              <a:rPr lang="en-IN" sz="1600" dirty="0"/>
              <a:t>High-Precision Skin Disease Diagnosis via DL on </a:t>
            </a:r>
            <a:r>
              <a:rPr lang="en-IN" sz="1600" dirty="0" err="1"/>
              <a:t>Dermoscopic</a:t>
            </a:r>
            <a:r>
              <a:rPr lang="en-IN" sz="1600" dirty="0"/>
              <a:t> Images (MDPI, Bioengineering)</a:t>
            </a:r>
          </a:p>
          <a:p>
            <a:endParaRPr lang="en-IN" sz="1600" dirty="0"/>
          </a:p>
          <a:p>
            <a:r>
              <a:rPr lang="en-IN" sz="1600" dirty="0"/>
              <a:t>Interpretable AI for Enhanced Skin Lesion Classification (MDPI, Diagnostics)</a:t>
            </a:r>
          </a:p>
          <a:p>
            <a:endParaRPr lang="en-IN" sz="1600" dirty="0"/>
          </a:p>
          <a:p>
            <a:r>
              <a:rPr lang="en-GB" sz="1600" dirty="0"/>
              <a:t>AI for Skin Disease Diagnosis in Primary Care: A Systematic Review (MDPI, Applied Sciences)</a:t>
            </a:r>
          </a:p>
          <a:p>
            <a:endParaRPr lang="en-IN" sz="1600" dirty="0"/>
          </a:p>
          <a:p>
            <a:r>
              <a:rPr lang="en-GB" sz="1600" dirty="0"/>
              <a:t>Multimodal Approach Using Telegram Chatbot (IEEE)</a:t>
            </a:r>
            <a:endParaRPr lang="en-IN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1615</TotalTime>
  <Words>1612</Words>
  <Application>Microsoft Office PowerPoint</Application>
  <PresentationFormat>Widescreen</PresentationFormat>
  <Paragraphs>281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Cambria</vt:lpstr>
      <vt:lpstr>Times New Roman</vt:lpstr>
      <vt:lpstr>Verdana</vt:lpstr>
      <vt:lpstr>Wingdings</vt:lpstr>
      <vt:lpstr>Bioinformatics</vt:lpstr>
      <vt:lpstr>Al-based tool for preliminary diagnosis of Dermatological manifestations</vt:lpstr>
      <vt:lpstr>Problem Statement Number: </vt:lpstr>
      <vt:lpstr>Content</vt:lpstr>
      <vt:lpstr>Abstract</vt:lpstr>
      <vt:lpstr>Literature Survey</vt:lpstr>
      <vt:lpstr>Literature Survey</vt:lpstr>
      <vt:lpstr>Objectives</vt:lpstr>
      <vt:lpstr>Proposed Method &amp; Feasibility</vt:lpstr>
      <vt:lpstr>Architecture Diagram</vt:lpstr>
      <vt:lpstr>Modules</vt:lpstr>
      <vt:lpstr>Modules</vt:lpstr>
      <vt:lpstr>PowerPoint Presentation</vt:lpstr>
      <vt:lpstr>Software Details</vt:lpstr>
      <vt:lpstr>Timeline of the Project (Gantt Chart)</vt:lpstr>
      <vt:lpstr>References (IEEE Paper format)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H-20P3348-NALLIN KUMAR A B</cp:lastModifiedBy>
  <cp:revision>55</cp:revision>
  <dcterms:modified xsi:type="dcterms:W3CDTF">2025-12-01T12:36:52Z</dcterms:modified>
</cp:coreProperties>
</file>