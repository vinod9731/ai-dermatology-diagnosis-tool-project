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9" r:id="rId4"/>
    <p:sldId id="273" r:id="rId5"/>
    <p:sldId id="283" r:id="rId6"/>
    <p:sldId id="286" r:id="rId7"/>
    <p:sldId id="288" r:id="rId8"/>
    <p:sldId id="284" r:id="rId9"/>
    <p:sldId id="287" r:id="rId10"/>
    <p:sldId id="289" r:id="rId11"/>
    <p:sldId id="282" r:id="rId12"/>
    <p:sldId id="270" r:id="rId13"/>
    <p:sldId id="290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3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0D74F8-53AF-471E-AF6E-C4BBB1F238E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5CD616A-0310-4A3D-ADCC-309D774876DA}">
      <dgm:prSet phldrT="[Text]"/>
      <dgm:spPr/>
      <dgm:t>
        <a:bodyPr/>
        <a:lstStyle/>
        <a:p>
          <a:pPr>
            <a:buNone/>
          </a:pPr>
          <a:r>
            <a:rPr lang="en-US" b="1" dirty="0"/>
            <a:t>Review 1 – Project Initiation &amp; Literature</a:t>
          </a:r>
          <a:endParaRPr lang="en-IN" dirty="0"/>
        </a:p>
      </dgm:t>
    </dgm:pt>
    <dgm:pt modelId="{F5BC0EF6-B073-4909-8ED4-2B82BA9820DF}" type="parTrans" cxnId="{505D17BB-2BC0-4BEA-89F6-800091819782}">
      <dgm:prSet/>
      <dgm:spPr/>
      <dgm:t>
        <a:bodyPr/>
        <a:lstStyle/>
        <a:p>
          <a:endParaRPr lang="en-IN"/>
        </a:p>
      </dgm:t>
    </dgm:pt>
    <dgm:pt modelId="{2991E847-99F4-422C-B7CC-BE347F2C465A}" type="sibTrans" cxnId="{505D17BB-2BC0-4BEA-89F6-800091819782}">
      <dgm:prSet/>
      <dgm:spPr/>
      <dgm:t>
        <a:bodyPr/>
        <a:lstStyle/>
        <a:p>
          <a:endParaRPr lang="en-IN"/>
        </a:p>
      </dgm:t>
    </dgm:pt>
    <dgm:pt modelId="{1C23CB86-7EE2-4130-8F8E-5B96AE1099E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Defined problem statement, objectives, and scope documentation.</a:t>
          </a:r>
          <a:endParaRPr lang="en-IN" dirty="0"/>
        </a:p>
      </dgm:t>
    </dgm:pt>
    <dgm:pt modelId="{45242E5F-8A8E-4CAC-A887-CCCDC0E6CEDE}" type="parTrans" cxnId="{4E39EE6E-01FB-485E-B55C-8F72AE27816B}">
      <dgm:prSet/>
      <dgm:spPr/>
      <dgm:t>
        <a:bodyPr/>
        <a:lstStyle/>
        <a:p>
          <a:endParaRPr lang="en-IN"/>
        </a:p>
      </dgm:t>
    </dgm:pt>
    <dgm:pt modelId="{3784DD4E-7B04-4244-B9AA-955676D6C718}" type="sibTrans" cxnId="{4E39EE6E-01FB-485E-B55C-8F72AE27816B}">
      <dgm:prSet/>
      <dgm:spPr/>
      <dgm:t>
        <a:bodyPr/>
        <a:lstStyle/>
        <a:p>
          <a:endParaRPr lang="en-IN"/>
        </a:p>
      </dgm:t>
    </dgm:pt>
    <dgm:pt modelId="{17CA1AA0-A7E8-43BD-B6A4-A18C32120DF1}">
      <dgm:prSet phldrT="[Text]"/>
      <dgm:spPr/>
      <dgm:t>
        <a:bodyPr/>
        <a:lstStyle/>
        <a:p>
          <a:pPr>
            <a:buNone/>
          </a:pPr>
          <a:r>
            <a:rPr lang="en-IN" b="1" dirty="0"/>
            <a:t>Review 2 – Design &amp; Methodology</a:t>
          </a:r>
          <a:endParaRPr lang="en-IN" dirty="0"/>
        </a:p>
      </dgm:t>
    </dgm:pt>
    <dgm:pt modelId="{B1C7DDB1-4CDF-4FA6-B81C-189288B2D2C3}" type="parTrans" cxnId="{199C11A8-8014-4880-9F8B-CCA0FBEE9D85}">
      <dgm:prSet/>
      <dgm:spPr/>
      <dgm:t>
        <a:bodyPr/>
        <a:lstStyle/>
        <a:p>
          <a:endParaRPr lang="en-IN"/>
        </a:p>
      </dgm:t>
    </dgm:pt>
    <dgm:pt modelId="{4EBE3313-34BF-43FA-AA7F-0C27349B1308}" type="sibTrans" cxnId="{199C11A8-8014-4880-9F8B-CCA0FBEE9D85}">
      <dgm:prSet/>
      <dgm:spPr/>
      <dgm:t>
        <a:bodyPr/>
        <a:lstStyle/>
        <a:p>
          <a:endParaRPr lang="en-IN"/>
        </a:p>
      </dgm:t>
    </dgm:pt>
    <dgm:pt modelId="{33E6BA8A-0DCF-4353-878C-C321B74FEB3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Built a basic ML model for skin disease classification.</a:t>
          </a:r>
          <a:endParaRPr lang="en-IN" dirty="0"/>
        </a:p>
      </dgm:t>
    </dgm:pt>
    <dgm:pt modelId="{FA98E028-2DF2-4127-BC2A-726FCDF24B29}" type="parTrans" cxnId="{D0EE8B1F-003E-4579-A9D0-03E8AC617002}">
      <dgm:prSet/>
      <dgm:spPr/>
      <dgm:t>
        <a:bodyPr/>
        <a:lstStyle/>
        <a:p>
          <a:endParaRPr lang="en-IN"/>
        </a:p>
      </dgm:t>
    </dgm:pt>
    <dgm:pt modelId="{9DE25C67-80FF-45EB-9565-4A1A7DC01475}" type="sibTrans" cxnId="{D0EE8B1F-003E-4579-A9D0-03E8AC617002}">
      <dgm:prSet/>
      <dgm:spPr/>
      <dgm:t>
        <a:bodyPr/>
        <a:lstStyle/>
        <a:p>
          <a:endParaRPr lang="en-IN"/>
        </a:p>
      </dgm:t>
    </dgm:pt>
    <dgm:pt modelId="{E08322A6-766A-4A5F-AB49-BA8852567A3A}">
      <dgm:prSet phldrT="[Text]"/>
      <dgm:spPr/>
      <dgm:t>
        <a:bodyPr/>
        <a:lstStyle/>
        <a:p>
          <a:pPr>
            <a:buNone/>
          </a:pPr>
          <a:r>
            <a:rPr lang="en-US" b="1" dirty="0"/>
            <a:t>Review 3 – C</a:t>
          </a:r>
          <a:r>
            <a:rPr lang="en-IN" b="1" dirty="0"/>
            <a:t>larifying</a:t>
          </a:r>
          <a:r>
            <a:rPr lang="en-US" b="1" dirty="0"/>
            <a:t> Phase</a:t>
          </a:r>
          <a:endParaRPr lang="en-IN" dirty="0"/>
        </a:p>
      </dgm:t>
    </dgm:pt>
    <dgm:pt modelId="{2F36B484-0441-4EDA-BEF1-69DA4A8477A0}" type="parTrans" cxnId="{778F3611-3141-4541-AE31-1785C2C4CB3C}">
      <dgm:prSet/>
      <dgm:spPr/>
      <dgm:t>
        <a:bodyPr/>
        <a:lstStyle/>
        <a:p>
          <a:endParaRPr lang="en-IN"/>
        </a:p>
      </dgm:t>
    </dgm:pt>
    <dgm:pt modelId="{7EC359F4-D34A-47D1-9D9B-7D3F0A04B2B5}" type="sibTrans" cxnId="{778F3611-3141-4541-AE31-1785C2C4CB3C}">
      <dgm:prSet/>
      <dgm:spPr/>
      <dgm:t>
        <a:bodyPr/>
        <a:lstStyle/>
        <a:p>
          <a:endParaRPr lang="en-IN"/>
        </a:p>
      </dgm:t>
    </dgm:pt>
    <dgm:pt modelId="{7577136A-D0E3-4761-9533-FB513331742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Designed and developed a dedicated web application.</a:t>
          </a:r>
          <a:endParaRPr lang="en-IN" dirty="0"/>
        </a:p>
      </dgm:t>
    </dgm:pt>
    <dgm:pt modelId="{551DEF0A-0C66-4203-A65D-CF41F586CA1E}" type="parTrans" cxnId="{BAB63749-87A5-41BD-A05C-11CD0DEDBC1F}">
      <dgm:prSet/>
      <dgm:spPr/>
      <dgm:t>
        <a:bodyPr/>
        <a:lstStyle/>
        <a:p>
          <a:endParaRPr lang="en-IN"/>
        </a:p>
      </dgm:t>
    </dgm:pt>
    <dgm:pt modelId="{80B6FD16-61C7-4BF5-B6A1-9272DE7BB813}" type="sibTrans" cxnId="{BAB63749-87A5-41BD-A05C-11CD0DEDBC1F}">
      <dgm:prSet/>
      <dgm:spPr/>
      <dgm:t>
        <a:bodyPr/>
        <a:lstStyle/>
        <a:p>
          <a:endParaRPr lang="en-IN"/>
        </a:p>
      </dgm:t>
    </dgm:pt>
    <dgm:pt modelId="{72A7B77E-0C08-481A-B1E4-1D4E56303882}">
      <dgm:prSet/>
      <dgm:spPr/>
      <dgm:t>
        <a:bodyPr/>
        <a:lstStyle/>
        <a:p>
          <a:r>
            <a:rPr lang="en-US"/>
            <a:t>Proposed datasets and methodology for AI-based diagnosis.</a:t>
          </a:r>
          <a:endParaRPr lang="en-US" dirty="0"/>
        </a:p>
      </dgm:t>
    </dgm:pt>
    <dgm:pt modelId="{1C6AF82B-E7C7-4596-9800-31B682116A89}" type="parTrans" cxnId="{4BD8E22B-D0A9-4F07-89A1-C35FCE724832}">
      <dgm:prSet/>
      <dgm:spPr/>
      <dgm:t>
        <a:bodyPr/>
        <a:lstStyle/>
        <a:p>
          <a:endParaRPr lang="en-IN"/>
        </a:p>
      </dgm:t>
    </dgm:pt>
    <dgm:pt modelId="{9A7C7CF3-EC56-42AB-9E60-3C4DB0201943}" type="sibTrans" cxnId="{4BD8E22B-D0A9-4F07-89A1-C35FCE724832}">
      <dgm:prSet/>
      <dgm:spPr/>
      <dgm:t>
        <a:bodyPr/>
        <a:lstStyle/>
        <a:p>
          <a:endParaRPr lang="en-IN"/>
        </a:p>
      </dgm:t>
    </dgm:pt>
    <dgm:pt modelId="{38978429-E620-4582-8262-2CF3A6CA0D6C}">
      <dgm:prSet/>
      <dgm:spPr/>
      <dgm:t>
        <a:bodyPr/>
        <a:lstStyle/>
        <a:p>
          <a:r>
            <a:rPr lang="en-US"/>
            <a:t>Outlined project objectives with planned tech stack.</a:t>
          </a:r>
          <a:endParaRPr lang="en-US" dirty="0"/>
        </a:p>
      </dgm:t>
    </dgm:pt>
    <dgm:pt modelId="{98B01E52-3B36-4EE0-894E-EDBB0B0F3577}" type="parTrans" cxnId="{430096C1-BE80-4E8E-97A9-D66457BDEA9F}">
      <dgm:prSet/>
      <dgm:spPr/>
      <dgm:t>
        <a:bodyPr/>
        <a:lstStyle/>
        <a:p>
          <a:endParaRPr lang="en-IN"/>
        </a:p>
      </dgm:t>
    </dgm:pt>
    <dgm:pt modelId="{487D5244-6640-4E1D-9E81-7060BD61CF7C}" type="sibTrans" cxnId="{430096C1-BE80-4E8E-97A9-D66457BDEA9F}">
      <dgm:prSet/>
      <dgm:spPr/>
      <dgm:t>
        <a:bodyPr/>
        <a:lstStyle/>
        <a:p>
          <a:endParaRPr lang="en-IN"/>
        </a:p>
      </dgm:t>
    </dgm:pt>
    <dgm:pt modelId="{07E993D8-5A12-4514-A260-A38FB88822D2}">
      <dgm:prSet/>
      <dgm:spPr/>
      <dgm:t>
        <a:bodyPr/>
        <a:lstStyle/>
        <a:p>
          <a:r>
            <a:rPr lang="en-US" dirty="0"/>
            <a:t>Presented initial approach through an introductory presentation.</a:t>
          </a:r>
        </a:p>
      </dgm:t>
    </dgm:pt>
    <dgm:pt modelId="{E453C0A5-7C97-4373-B4D0-C81AA4B08748}" type="parTrans" cxnId="{B86D2429-EA41-4A8E-AE4C-216EC9F150FF}">
      <dgm:prSet/>
      <dgm:spPr/>
      <dgm:t>
        <a:bodyPr/>
        <a:lstStyle/>
        <a:p>
          <a:endParaRPr lang="en-IN"/>
        </a:p>
      </dgm:t>
    </dgm:pt>
    <dgm:pt modelId="{A0D2C391-27C9-4DBD-8FCB-24D408AED526}" type="sibTrans" cxnId="{B86D2429-EA41-4A8E-AE4C-216EC9F150FF}">
      <dgm:prSet/>
      <dgm:spPr/>
      <dgm:t>
        <a:bodyPr/>
        <a:lstStyle/>
        <a:p>
          <a:endParaRPr lang="en-IN"/>
        </a:p>
      </dgm:t>
    </dgm:pt>
    <dgm:pt modelId="{E16E953C-7FD6-437D-8D62-ED9EB84E32D9}">
      <dgm:prSet/>
      <dgm:spPr/>
      <dgm:t>
        <a:bodyPr/>
        <a:lstStyle/>
        <a:p>
          <a:r>
            <a:rPr lang="en-US" dirty="0"/>
            <a:t>Hosted the trained model on a backend server.</a:t>
          </a:r>
        </a:p>
      </dgm:t>
    </dgm:pt>
    <dgm:pt modelId="{33B86E69-DE9D-4556-9884-B8DA86203905}" type="parTrans" cxnId="{686DF665-28F8-420A-8147-7364FDD6978A}">
      <dgm:prSet/>
      <dgm:spPr/>
      <dgm:t>
        <a:bodyPr/>
        <a:lstStyle/>
        <a:p>
          <a:endParaRPr lang="en-IN"/>
        </a:p>
      </dgm:t>
    </dgm:pt>
    <dgm:pt modelId="{0CD33839-E025-44CF-8091-F39416CBA652}" type="sibTrans" cxnId="{686DF665-28F8-420A-8147-7364FDD6978A}">
      <dgm:prSet/>
      <dgm:spPr/>
      <dgm:t>
        <a:bodyPr/>
        <a:lstStyle/>
        <a:p>
          <a:endParaRPr lang="en-IN"/>
        </a:p>
      </dgm:t>
    </dgm:pt>
    <dgm:pt modelId="{2D0B958E-6C01-46BE-8D12-20DD3F756F78}">
      <dgm:prSet/>
      <dgm:spPr/>
      <dgm:t>
        <a:bodyPr/>
        <a:lstStyle/>
        <a:p>
          <a:r>
            <a:rPr lang="en-US" dirty="0"/>
            <a:t>Created a simple web interface for image upload and testing.</a:t>
          </a:r>
        </a:p>
      </dgm:t>
    </dgm:pt>
    <dgm:pt modelId="{E30824F5-9AFC-420F-96D0-CE5C244387E5}" type="parTrans" cxnId="{C5C2494E-B50F-439B-85D6-D8E2BEEAE457}">
      <dgm:prSet/>
      <dgm:spPr/>
      <dgm:t>
        <a:bodyPr/>
        <a:lstStyle/>
        <a:p>
          <a:endParaRPr lang="en-IN"/>
        </a:p>
      </dgm:t>
    </dgm:pt>
    <dgm:pt modelId="{CC813F9D-3A9C-4BF5-9E5C-42323C998A72}" type="sibTrans" cxnId="{C5C2494E-B50F-439B-85D6-D8E2BEEAE457}">
      <dgm:prSet/>
      <dgm:spPr/>
      <dgm:t>
        <a:bodyPr/>
        <a:lstStyle/>
        <a:p>
          <a:endParaRPr lang="en-IN"/>
        </a:p>
      </dgm:t>
    </dgm:pt>
    <dgm:pt modelId="{2824904C-6F1C-4E2C-BBF1-26C13377628D}">
      <dgm:prSet/>
      <dgm:spPr/>
      <dgm:t>
        <a:bodyPr/>
        <a:lstStyle/>
        <a:p>
          <a:r>
            <a:rPr lang="en-US" dirty="0"/>
            <a:t>Demonstrated working predictions via a functional web page.</a:t>
          </a:r>
        </a:p>
      </dgm:t>
    </dgm:pt>
    <dgm:pt modelId="{D56EF6A8-9B90-45B7-AE0F-2B41A41EF71F}" type="parTrans" cxnId="{626F510F-A344-4E98-838C-50D7681AA553}">
      <dgm:prSet/>
      <dgm:spPr/>
      <dgm:t>
        <a:bodyPr/>
        <a:lstStyle/>
        <a:p>
          <a:endParaRPr lang="en-IN"/>
        </a:p>
      </dgm:t>
    </dgm:pt>
    <dgm:pt modelId="{324107A1-39DC-44F4-AE0E-8E8FA746244A}" type="sibTrans" cxnId="{626F510F-A344-4E98-838C-50D7681AA553}">
      <dgm:prSet/>
      <dgm:spPr/>
      <dgm:t>
        <a:bodyPr/>
        <a:lstStyle/>
        <a:p>
          <a:endParaRPr lang="en-IN"/>
        </a:p>
      </dgm:t>
    </dgm:pt>
    <dgm:pt modelId="{4CA176EB-DC29-44FF-A1B3-D05A76DA8363}">
      <dgm:prSet/>
      <dgm:spPr/>
      <dgm:t>
        <a:bodyPr/>
        <a:lstStyle/>
        <a:p>
          <a:r>
            <a:rPr lang="en-US" dirty="0"/>
            <a:t>Integrated the ML model into the web using TensorFlow Lite.</a:t>
          </a:r>
        </a:p>
      </dgm:t>
    </dgm:pt>
    <dgm:pt modelId="{E932235B-CFD6-481E-A9E6-E3C3ED2E0B47}" type="parTrans" cxnId="{75BDB905-7371-4054-B49B-1B0FE12E299D}">
      <dgm:prSet/>
      <dgm:spPr/>
      <dgm:t>
        <a:bodyPr/>
        <a:lstStyle/>
        <a:p>
          <a:endParaRPr lang="en-IN"/>
        </a:p>
      </dgm:t>
    </dgm:pt>
    <dgm:pt modelId="{045B2C48-F4E4-49BF-9D94-A76D9F927EDB}" type="sibTrans" cxnId="{75BDB905-7371-4054-B49B-1B0FE12E299D}">
      <dgm:prSet/>
      <dgm:spPr/>
      <dgm:t>
        <a:bodyPr/>
        <a:lstStyle/>
        <a:p>
          <a:endParaRPr lang="en-IN"/>
        </a:p>
      </dgm:t>
    </dgm:pt>
    <dgm:pt modelId="{26B7DAA9-7A08-4339-B0E4-5E3E9E4C69C6}">
      <dgm:prSet/>
      <dgm:spPr/>
      <dgm:t>
        <a:bodyPr/>
        <a:lstStyle/>
        <a:p>
          <a:r>
            <a:rPr lang="en-US" dirty="0"/>
            <a:t>Added login credentials with role-based access for different users.</a:t>
          </a:r>
        </a:p>
      </dgm:t>
    </dgm:pt>
    <dgm:pt modelId="{46851FF9-D6DD-4820-982C-3B85B97F1BA8}" type="parTrans" cxnId="{A2473D78-4A26-4B29-A2A9-634B03744FD1}">
      <dgm:prSet/>
      <dgm:spPr/>
      <dgm:t>
        <a:bodyPr/>
        <a:lstStyle/>
        <a:p>
          <a:endParaRPr lang="en-IN"/>
        </a:p>
      </dgm:t>
    </dgm:pt>
    <dgm:pt modelId="{3611BC24-041A-47F5-982F-EA64EFCDF309}" type="sibTrans" cxnId="{A2473D78-4A26-4B29-A2A9-634B03744FD1}">
      <dgm:prSet/>
      <dgm:spPr/>
      <dgm:t>
        <a:bodyPr/>
        <a:lstStyle/>
        <a:p>
          <a:endParaRPr lang="en-IN"/>
        </a:p>
      </dgm:t>
    </dgm:pt>
    <dgm:pt modelId="{DF8489D2-518C-4FA7-A5E5-78A902C5D8E3}">
      <dgm:prSet/>
      <dgm:spPr/>
      <dgm:t>
        <a:bodyPr/>
        <a:lstStyle/>
        <a:p>
          <a:pPr>
            <a:buNone/>
          </a:pPr>
          <a:r>
            <a:rPr lang="en-US" b="1" dirty="0"/>
            <a:t>Review 4 – Refinement &amp; Pre-Final Stage.</a:t>
          </a:r>
          <a:endParaRPr lang="en-US" dirty="0"/>
        </a:p>
      </dgm:t>
    </dgm:pt>
    <dgm:pt modelId="{BFBBF106-447F-4D3C-B2C7-32FD5B5376C0}" type="parTrans" cxnId="{406CBF37-656E-41BB-A5DE-2B1BAB4F9775}">
      <dgm:prSet/>
      <dgm:spPr/>
      <dgm:t>
        <a:bodyPr/>
        <a:lstStyle/>
        <a:p>
          <a:endParaRPr lang="en-IN"/>
        </a:p>
      </dgm:t>
    </dgm:pt>
    <dgm:pt modelId="{F60C2257-5F9D-488D-B0BA-BE059E54A47C}" type="sibTrans" cxnId="{406CBF37-656E-41BB-A5DE-2B1BAB4F9775}">
      <dgm:prSet/>
      <dgm:spPr/>
      <dgm:t>
        <a:bodyPr/>
        <a:lstStyle/>
        <a:p>
          <a:endParaRPr lang="en-IN"/>
        </a:p>
      </dgm:t>
    </dgm:pt>
    <dgm:pt modelId="{5C654C5C-392E-403E-BD05-77FAD0EF1EE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Integrated web app, backend, and chatbot into a unified system.</a:t>
          </a:r>
        </a:p>
      </dgm:t>
    </dgm:pt>
    <dgm:pt modelId="{1AFDF6AA-C7B6-4F5E-B1F1-C71D75A6BB41}" type="parTrans" cxnId="{5F615786-49FD-4CF3-86E1-0B7D63115928}">
      <dgm:prSet/>
      <dgm:spPr/>
      <dgm:t>
        <a:bodyPr/>
        <a:lstStyle/>
        <a:p>
          <a:endParaRPr lang="en-IN"/>
        </a:p>
      </dgm:t>
    </dgm:pt>
    <dgm:pt modelId="{18A08C90-229E-4965-8A3B-844ADF8EAE50}" type="sibTrans" cxnId="{5F615786-49FD-4CF3-86E1-0B7D63115928}">
      <dgm:prSet/>
      <dgm:spPr/>
      <dgm:t>
        <a:bodyPr/>
        <a:lstStyle/>
        <a:p>
          <a:endParaRPr lang="en-IN"/>
        </a:p>
      </dgm:t>
    </dgm:pt>
    <dgm:pt modelId="{669ED2DC-E7C9-499D-B31E-A38EC3300E39}">
      <dgm:prSet/>
      <dgm:spPr/>
      <dgm:t>
        <a:bodyPr/>
        <a:lstStyle/>
        <a:p>
          <a:pPr>
            <a:buNone/>
          </a:pPr>
          <a:r>
            <a:rPr lang="en-US" b="1" dirty="0"/>
            <a:t>Review 5 – Final Submission</a:t>
          </a:r>
          <a:endParaRPr lang="en-US" dirty="0"/>
        </a:p>
      </dgm:t>
    </dgm:pt>
    <dgm:pt modelId="{C716FBC5-F474-4993-9950-1644B0201F3F}" type="parTrans" cxnId="{BA9CD839-B07C-4C6E-AEE5-DA2C81C62FCD}">
      <dgm:prSet/>
      <dgm:spPr/>
      <dgm:t>
        <a:bodyPr/>
        <a:lstStyle/>
        <a:p>
          <a:endParaRPr lang="en-IN"/>
        </a:p>
      </dgm:t>
    </dgm:pt>
    <dgm:pt modelId="{534A365E-920F-4DB1-9738-F0602E610402}" type="sibTrans" cxnId="{BA9CD839-B07C-4C6E-AEE5-DA2C81C62FCD}">
      <dgm:prSet/>
      <dgm:spPr/>
      <dgm:t>
        <a:bodyPr/>
        <a:lstStyle/>
        <a:p>
          <a:endParaRPr lang="en-IN"/>
        </a:p>
      </dgm:t>
    </dgm:pt>
    <dgm:pt modelId="{5D995C19-F582-42C6-8E91-04D6EEFE3C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Finalized deployment of the AI-based web diagnostic tool.</a:t>
          </a:r>
        </a:p>
      </dgm:t>
    </dgm:pt>
    <dgm:pt modelId="{C88C5CFB-E0AD-4C53-93CC-0556C069AA67}" type="parTrans" cxnId="{42062EEE-C654-486C-9C25-7B88E163172F}">
      <dgm:prSet/>
      <dgm:spPr/>
      <dgm:t>
        <a:bodyPr/>
        <a:lstStyle/>
        <a:p>
          <a:endParaRPr lang="en-IN"/>
        </a:p>
      </dgm:t>
    </dgm:pt>
    <dgm:pt modelId="{5888A83F-FBC6-497D-A412-3A73688EF25E}" type="sibTrans" cxnId="{42062EEE-C654-486C-9C25-7B88E163172F}">
      <dgm:prSet/>
      <dgm:spPr/>
      <dgm:t>
        <a:bodyPr/>
        <a:lstStyle/>
        <a:p>
          <a:endParaRPr lang="en-IN"/>
        </a:p>
      </dgm:t>
    </dgm:pt>
    <dgm:pt modelId="{89362DC1-71D8-4C80-A2F9-A1B430F3AC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Ensured security by restricting access so users cannot view others’ uploaded images.</a:t>
          </a:r>
        </a:p>
      </dgm:t>
    </dgm:pt>
    <dgm:pt modelId="{2DB0381B-55D3-4A0B-8BB6-8E9D21498E2F}" type="parTrans" cxnId="{FC3AABE7-17EB-46AD-9191-77ED1FDCD264}">
      <dgm:prSet/>
      <dgm:spPr/>
      <dgm:t>
        <a:bodyPr/>
        <a:lstStyle/>
        <a:p>
          <a:endParaRPr lang="en-IN"/>
        </a:p>
      </dgm:t>
    </dgm:pt>
    <dgm:pt modelId="{827E12AC-6A18-481A-B7C0-370446371FA8}" type="sibTrans" cxnId="{FC3AABE7-17EB-46AD-9191-77ED1FDCD264}">
      <dgm:prSet/>
      <dgm:spPr/>
      <dgm:t>
        <a:bodyPr/>
        <a:lstStyle/>
        <a:p>
          <a:endParaRPr lang="en-IN"/>
        </a:p>
      </dgm:t>
    </dgm:pt>
    <dgm:pt modelId="{D9CE5E15-1C90-40DC-8D7C-71A6931434E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Conducted extensive testing, validation, and pilot user trials.</a:t>
          </a:r>
        </a:p>
      </dgm:t>
    </dgm:pt>
    <dgm:pt modelId="{A85AC83C-E40C-4805-9817-23F89632A958}" type="parTrans" cxnId="{9A07D248-49BC-47F7-978F-C54075263AFE}">
      <dgm:prSet/>
      <dgm:spPr/>
      <dgm:t>
        <a:bodyPr/>
        <a:lstStyle/>
        <a:p>
          <a:endParaRPr lang="en-IN"/>
        </a:p>
      </dgm:t>
    </dgm:pt>
    <dgm:pt modelId="{8ACD283D-38B6-4E99-90EF-21E06EE9CB44}" type="sibTrans" cxnId="{9A07D248-49BC-47F7-978F-C54075263AFE}">
      <dgm:prSet/>
      <dgm:spPr/>
      <dgm:t>
        <a:bodyPr/>
        <a:lstStyle/>
        <a:p>
          <a:endParaRPr lang="en-IN"/>
        </a:p>
      </dgm:t>
    </dgm:pt>
    <dgm:pt modelId="{6CFFBF49-3A6D-4ABC-9EAE-FDBA4459DB1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Fixed bugs, optimized performance, and improved interface.</a:t>
          </a:r>
        </a:p>
      </dgm:t>
    </dgm:pt>
    <dgm:pt modelId="{037711DF-0C7C-4F53-856D-CD8F36027379}" type="parTrans" cxnId="{7388268B-8CF6-4DE4-AA67-65B0F31BFD07}">
      <dgm:prSet/>
      <dgm:spPr/>
      <dgm:t>
        <a:bodyPr/>
        <a:lstStyle/>
        <a:p>
          <a:endParaRPr lang="en-IN"/>
        </a:p>
      </dgm:t>
    </dgm:pt>
    <dgm:pt modelId="{C0F495A2-AACD-4104-9BB2-8C6713C19890}" type="sibTrans" cxnId="{7388268B-8CF6-4DE4-AA67-65B0F31BFD07}">
      <dgm:prSet/>
      <dgm:spPr/>
      <dgm:t>
        <a:bodyPr/>
        <a:lstStyle/>
        <a:p>
          <a:endParaRPr lang="en-IN"/>
        </a:p>
      </dgm:t>
    </dgm:pt>
    <dgm:pt modelId="{DB4B8DF0-9DEC-4E75-BB4F-F3AE07D97C8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Drafted the final report and prepared for closing review.</a:t>
          </a:r>
          <a:endParaRPr lang="en-US" dirty="0"/>
        </a:p>
      </dgm:t>
    </dgm:pt>
    <dgm:pt modelId="{48B0F54A-6F19-4D69-863D-1815A2D0AB08}" type="parTrans" cxnId="{D2803EDC-F9C6-4987-85D7-31750D5BE8A3}">
      <dgm:prSet/>
      <dgm:spPr/>
      <dgm:t>
        <a:bodyPr/>
        <a:lstStyle/>
        <a:p>
          <a:endParaRPr lang="en-IN"/>
        </a:p>
      </dgm:t>
    </dgm:pt>
    <dgm:pt modelId="{58A4B62D-D95D-4953-BB77-3562CB5FFC0E}" type="sibTrans" cxnId="{D2803EDC-F9C6-4987-85D7-31750D5BE8A3}">
      <dgm:prSet/>
      <dgm:spPr/>
      <dgm:t>
        <a:bodyPr/>
        <a:lstStyle/>
        <a:p>
          <a:endParaRPr lang="en-IN"/>
        </a:p>
      </dgm:t>
    </dgm:pt>
    <dgm:pt modelId="{2CB50520-2E48-4AC8-802C-989758A9633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Completed full documentation, thesis, and project report.</a:t>
          </a:r>
        </a:p>
      </dgm:t>
    </dgm:pt>
    <dgm:pt modelId="{83186A36-6334-48DE-A12E-F905F8D574DD}" type="parTrans" cxnId="{65F52B29-5533-4C0A-8585-4684800B4F06}">
      <dgm:prSet/>
      <dgm:spPr/>
      <dgm:t>
        <a:bodyPr/>
        <a:lstStyle/>
        <a:p>
          <a:endParaRPr lang="en-IN"/>
        </a:p>
      </dgm:t>
    </dgm:pt>
    <dgm:pt modelId="{5D172E38-2919-4B97-B7A2-FB07623BCDB3}" type="sibTrans" cxnId="{65F52B29-5533-4C0A-8585-4684800B4F06}">
      <dgm:prSet/>
      <dgm:spPr/>
      <dgm:t>
        <a:bodyPr/>
        <a:lstStyle/>
        <a:p>
          <a:endParaRPr lang="en-IN"/>
        </a:p>
      </dgm:t>
    </dgm:pt>
    <dgm:pt modelId="{3D06A3C7-B3B2-456B-84D0-DB4E3281DF6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Prepared and delivered final presentation with a live demo.</a:t>
          </a:r>
        </a:p>
      </dgm:t>
    </dgm:pt>
    <dgm:pt modelId="{E86D83DC-713E-4E16-A1F2-49E30E690E27}" type="parTrans" cxnId="{47D41059-F391-4E5D-9460-97A78F14933D}">
      <dgm:prSet/>
      <dgm:spPr/>
      <dgm:t>
        <a:bodyPr/>
        <a:lstStyle/>
        <a:p>
          <a:endParaRPr lang="en-IN"/>
        </a:p>
      </dgm:t>
    </dgm:pt>
    <dgm:pt modelId="{97F3A4AA-85F4-4D81-B762-3C65EDD79B49}" type="sibTrans" cxnId="{47D41059-F391-4E5D-9460-97A78F14933D}">
      <dgm:prSet/>
      <dgm:spPr/>
      <dgm:t>
        <a:bodyPr/>
        <a:lstStyle/>
        <a:p>
          <a:endParaRPr lang="en-IN"/>
        </a:p>
      </dgm:t>
    </dgm:pt>
    <dgm:pt modelId="{C1FD990E-9F46-42CF-96AC-7052DA5439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Submitted project deliverables and attended viva evaluation.</a:t>
          </a:r>
          <a:endParaRPr lang="en-US" dirty="0"/>
        </a:p>
      </dgm:t>
    </dgm:pt>
    <dgm:pt modelId="{8948C82D-DD14-4743-9A2E-2C682DE49702}" type="parTrans" cxnId="{D22748AC-E4A7-430A-B1A2-61C83C0B465D}">
      <dgm:prSet/>
      <dgm:spPr/>
      <dgm:t>
        <a:bodyPr/>
        <a:lstStyle/>
        <a:p>
          <a:endParaRPr lang="en-IN"/>
        </a:p>
      </dgm:t>
    </dgm:pt>
    <dgm:pt modelId="{107BAFA5-EB4D-4F23-8157-DBEF0E8A3DA5}" type="sibTrans" cxnId="{D22748AC-E4A7-430A-B1A2-61C83C0B465D}">
      <dgm:prSet/>
      <dgm:spPr/>
      <dgm:t>
        <a:bodyPr/>
        <a:lstStyle/>
        <a:p>
          <a:endParaRPr lang="en-IN"/>
        </a:p>
      </dgm:t>
    </dgm:pt>
    <dgm:pt modelId="{9009A206-AAE8-41A1-85FD-78EA3E702EE7}" type="pres">
      <dgm:prSet presAssocID="{ED0D74F8-53AF-471E-AF6E-C4BBB1F238E9}" presName="linearFlow" presStyleCnt="0">
        <dgm:presLayoutVars>
          <dgm:dir/>
          <dgm:animLvl val="lvl"/>
          <dgm:resizeHandles val="exact"/>
        </dgm:presLayoutVars>
      </dgm:prSet>
      <dgm:spPr/>
    </dgm:pt>
    <dgm:pt modelId="{56A9652A-2CE6-46B2-98B3-07C95DDF8881}" type="pres">
      <dgm:prSet presAssocID="{05CD616A-0310-4A3D-ADCC-309D774876DA}" presName="composite" presStyleCnt="0"/>
      <dgm:spPr/>
    </dgm:pt>
    <dgm:pt modelId="{3AA26A94-D3B6-4F00-B40D-F3E62A4A1A82}" type="pres">
      <dgm:prSet presAssocID="{05CD616A-0310-4A3D-ADCC-309D774876DA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2078DE10-4C69-41D8-BB8D-4801FD967853}" type="pres">
      <dgm:prSet presAssocID="{05CD616A-0310-4A3D-ADCC-309D774876DA}" presName="parSh" presStyleLbl="node1" presStyleIdx="0" presStyleCnt="5"/>
      <dgm:spPr/>
    </dgm:pt>
    <dgm:pt modelId="{BFA54995-3721-4ADA-9354-98A10F92CA11}" type="pres">
      <dgm:prSet presAssocID="{05CD616A-0310-4A3D-ADCC-309D774876DA}" presName="desTx" presStyleLbl="fgAcc1" presStyleIdx="0" presStyleCnt="5">
        <dgm:presLayoutVars>
          <dgm:bulletEnabled val="1"/>
        </dgm:presLayoutVars>
      </dgm:prSet>
      <dgm:spPr/>
    </dgm:pt>
    <dgm:pt modelId="{3EB46977-C2E6-4825-88D3-D57CF6DB5BA5}" type="pres">
      <dgm:prSet presAssocID="{2991E847-99F4-422C-B7CC-BE347F2C465A}" presName="sibTrans" presStyleLbl="sibTrans2D1" presStyleIdx="0" presStyleCnt="4"/>
      <dgm:spPr/>
    </dgm:pt>
    <dgm:pt modelId="{9A41460E-7AED-49BD-A714-3F85E831A5D1}" type="pres">
      <dgm:prSet presAssocID="{2991E847-99F4-422C-B7CC-BE347F2C465A}" presName="connTx" presStyleLbl="sibTrans2D1" presStyleIdx="0" presStyleCnt="4"/>
      <dgm:spPr/>
    </dgm:pt>
    <dgm:pt modelId="{1B556BD0-7BBE-4D84-A677-143E0F02FDCC}" type="pres">
      <dgm:prSet presAssocID="{17CA1AA0-A7E8-43BD-B6A4-A18C32120DF1}" presName="composite" presStyleCnt="0"/>
      <dgm:spPr/>
    </dgm:pt>
    <dgm:pt modelId="{74674020-FFC0-46EF-9AC6-C610B06F18DC}" type="pres">
      <dgm:prSet presAssocID="{17CA1AA0-A7E8-43BD-B6A4-A18C32120DF1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EB3D7CE-87DC-40AA-812D-73C6D26A33CE}" type="pres">
      <dgm:prSet presAssocID="{17CA1AA0-A7E8-43BD-B6A4-A18C32120DF1}" presName="parSh" presStyleLbl="node1" presStyleIdx="1" presStyleCnt="5"/>
      <dgm:spPr/>
    </dgm:pt>
    <dgm:pt modelId="{248803BE-541A-4B78-BA5E-415946C18CAA}" type="pres">
      <dgm:prSet presAssocID="{17CA1AA0-A7E8-43BD-B6A4-A18C32120DF1}" presName="desTx" presStyleLbl="fgAcc1" presStyleIdx="1" presStyleCnt="5">
        <dgm:presLayoutVars>
          <dgm:bulletEnabled val="1"/>
        </dgm:presLayoutVars>
      </dgm:prSet>
      <dgm:spPr/>
    </dgm:pt>
    <dgm:pt modelId="{5C82E29C-C063-4502-BD20-2F05B649A26E}" type="pres">
      <dgm:prSet presAssocID="{4EBE3313-34BF-43FA-AA7F-0C27349B1308}" presName="sibTrans" presStyleLbl="sibTrans2D1" presStyleIdx="1" presStyleCnt="4"/>
      <dgm:spPr/>
    </dgm:pt>
    <dgm:pt modelId="{36639067-109A-4486-A5B2-642667245247}" type="pres">
      <dgm:prSet presAssocID="{4EBE3313-34BF-43FA-AA7F-0C27349B1308}" presName="connTx" presStyleLbl="sibTrans2D1" presStyleIdx="1" presStyleCnt="4"/>
      <dgm:spPr/>
    </dgm:pt>
    <dgm:pt modelId="{4FAB2EF6-8970-45D9-8D9B-F574846FB380}" type="pres">
      <dgm:prSet presAssocID="{E08322A6-766A-4A5F-AB49-BA8852567A3A}" presName="composite" presStyleCnt="0"/>
      <dgm:spPr/>
    </dgm:pt>
    <dgm:pt modelId="{383476B6-60F7-4645-8660-9C96C807A4DF}" type="pres">
      <dgm:prSet presAssocID="{E08322A6-766A-4A5F-AB49-BA8852567A3A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85E1ECE0-06F7-4E96-BC36-D0AE3202E471}" type="pres">
      <dgm:prSet presAssocID="{E08322A6-766A-4A5F-AB49-BA8852567A3A}" presName="parSh" presStyleLbl="node1" presStyleIdx="2" presStyleCnt="5"/>
      <dgm:spPr/>
    </dgm:pt>
    <dgm:pt modelId="{96E71C87-B65D-45C7-9F6A-3F65B1A5C8AB}" type="pres">
      <dgm:prSet presAssocID="{E08322A6-766A-4A5F-AB49-BA8852567A3A}" presName="desTx" presStyleLbl="fgAcc1" presStyleIdx="2" presStyleCnt="5">
        <dgm:presLayoutVars>
          <dgm:bulletEnabled val="1"/>
        </dgm:presLayoutVars>
      </dgm:prSet>
      <dgm:spPr/>
    </dgm:pt>
    <dgm:pt modelId="{F157B724-E935-4268-AE2E-200C6DD14C36}" type="pres">
      <dgm:prSet presAssocID="{7EC359F4-D34A-47D1-9D9B-7D3F0A04B2B5}" presName="sibTrans" presStyleLbl="sibTrans2D1" presStyleIdx="2" presStyleCnt="4"/>
      <dgm:spPr/>
    </dgm:pt>
    <dgm:pt modelId="{2B739A06-3948-4478-BA56-CF56BAE2FB98}" type="pres">
      <dgm:prSet presAssocID="{7EC359F4-D34A-47D1-9D9B-7D3F0A04B2B5}" presName="connTx" presStyleLbl="sibTrans2D1" presStyleIdx="2" presStyleCnt="4"/>
      <dgm:spPr/>
    </dgm:pt>
    <dgm:pt modelId="{3BE9D073-2E2E-4ED0-8012-0D9FADDC7395}" type="pres">
      <dgm:prSet presAssocID="{DF8489D2-518C-4FA7-A5E5-78A902C5D8E3}" presName="composite" presStyleCnt="0"/>
      <dgm:spPr/>
    </dgm:pt>
    <dgm:pt modelId="{0E683D03-C71C-429E-AB34-91EE9AF42B5D}" type="pres">
      <dgm:prSet presAssocID="{DF8489D2-518C-4FA7-A5E5-78A902C5D8E3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C123C7E9-D89B-47ED-BEB8-1745FF6456C9}" type="pres">
      <dgm:prSet presAssocID="{DF8489D2-518C-4FA7-A5E5-78A902C5D8E3}" presName="parSh" presStyleLbl="node1" presStyleIdx="3" presStyleCnt="5"/>
      <dgm:spPr/>
    </dgm:pt>
    <dgm:pt modelId="{B0445521-2E02-47D1-8317-CDD701CFAE98}" type="pres">
      <dgm:prSet presAssocID="{DF8489D2-518C-4FA7-A5E5-78A902C5D8E3}" presName="desTx" presStyleLbl="fgAcc1" presStyleIdx="3" presStyleCnt="5">
        <dgm:presLayoutVars>
          <dgm:bulletEnabled val="1"/>
        </dgm:presLayoutVars>
      </dgm:prSet>
      <dgm:spPr/>
    </dgm:pt>
    <dgm:pt modelId="{D190DF69-CDEC-4D0F-8FCB-117C84B5BAA1}" type="pres">
      <dgm:prSet presAssocID="{F60C2257-5F9D-488D-B0BA-BE059E54A47C}" presName="sibTrans" presStyleLbl="sibTrans2D1" presStyleIdx="3" presStyleCnt="4"/>
      <dgm:spPr/>
    </dgm:pt>
    <dgm:pt modelId="{89470890-64F8-4699-A737-520CBF6B81BE}" type="pres">
      <dgm:prSet presAssocID="{F60C2257-5F9D-488D-B0BA-BE059E54A47C}" presName="connTx" presStyleLbl="sibTrans2D1" presStyleIdx="3" presStyleCnt="4"/>
      <dgm:spPr/>
    </dgm:pt>
    <dgm:pt modelId="{3CE2CE99-86EC-4757-9FC8-15149CF1F7FF}" type="pres">
      <dgm:prSet presAssocID="{669ED2DC-E7C9-499D-B31E-A38EC3300E39}" presName="composite" presStyleCnt="0"/>
      <dgm:spPr/>
    </dgm:pt>
    <dgm:pt modelId="{2F4F9D49-D1F4-40BB-B23A-304D3C2918A9}" type="pres">
      <dgm:prSet presAssocID="{669ED2DC-E7C9-499D-B31E-A38EC3300E39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99D200F0-60EB-4EC5-B661-EEC64F4FA7BD}" type="pres">
      <dgm:prSet presAssocID="{669ED2DC-E7C9-499D-B31E-A38EC3300E39}" presName="parSh" presStyleLbl="node1" presStyleIdx="4" presStyleCnt="5"/>
      <dgm:spPr/>
    </dgm:pt>
    <dgm:pt modelId="{D107A5B9-F18E-4DA9-9A25-714421FF4911}" type="pres">
      <dgm:prSet presAssocID="{669ED2DC-E7C9-499D-B31E-A38EC3300E39}" presName="desTx" presStyleLbl="fgAcc1" presStyleIdx="4" presStyleCnt="5">
        <dgm:presLayoutVars>
          <dgm:bulletEnabled val="1"/>
        </dgm:presLayoutVars>
      </dgm:prSet>
      <dgm:spPr/>
    </dgm:pt>
  </dgm:ptLst>
  <dgm:cxnLst>
    <dgm:cxn modelId="{75BDB905-7371-4054-B49B-1B0FE12E299D}" srcId="{E08322A6-766A-4A5F-AB49-BA8852567A3A}" destId="{4CA176EB-DC29-44FF-A1B3-D05A76DA8363}" srcOrd="1" destOrd="0" parTransId="{E932235B-CFD6-481E-A9E6-E3C3ED2E0B47}" sibTransId="{045B2C48-F4E4-49BF-9D94-A76D9F927EDB}"/>
    <dgm:cxn modelId="{626F510F-A344-4E98-838C-50D7681AA553}" srcId="{17CA1AA0-A7E8-43BD-B6A4-A18C32120DF1}" destId="{2824904C-6F1C-4E2C-BBF1-26C13377628D}" srcOrd="3" destOrd="0" parTransId="{D56EF6A8-9B90-45B7-AE0F-2B41A41EF71F}" sibTransId="{324107A1-39DC-44F4-AE0E-8E8FA746244A}"/>
    <dgm:cxn modelId="{778F3611-3141-4541-AE31-1785C2C4CB3C}" srcId="{ED0D74F8-53AF-471E-AF6E-C4BBB1F238E9}" destId="{E08322A6-766A-4A5F-AB49-BA8852567A3A}" srcOrd="2" destOrd="0" parTransId="{2F36B484-0441-4EDA-BEF1-69DA4A8477A0}" sibTransId="{7EC359F4-D34A-47D1-9D9B-7D3F0A04B2B5}"/>
    <dgm:cxn modelId="{40F43014-641E-4E90-A774-C996C35DCC4B}" type="presOf" srcId="{89362DC1-71D8-4C80-A2F9-A1B430F3AC01}" destId="{96E71C87-B65D-45C7-9F6A-3F65B1A5C8AB}" srcOrd="0" destOrd="3" presId="urn:microsoft.com/office/officeart/2005/8/layout/process3"/>
    <dgm:cxn modelId="{90885619-657E-4152-91BF-4CB6FC5C47DA}" type="presOf" srcId="{4CA176EB-DC29-44FF-A1B3-D05A76DA8363}" destId="{96E71C87-B65D-45C7-9F6A-3F65B1A5C8AB}" srcOrd="0" destOrd="1" presId="urn:microsoft.com/office/officeart/2005/8/layout/process3"/>
    <dgm:cxn modelId="{D0EE8B1F-003E-4579-A9D0-03E8AC617002}" srcId="{17CA1AA0-A7E8-43BD-B6A4-A18C32120DF1}" destId="{33E6BA8A-0DCF-4353-878C-C321B74FEB3E}" srcOrd="0" destOrd="0" parTransId="{FA98E028-2DF2-4127-BC2A-726FCDF24B29}" sibTransId="{9DE25C67-80FF-45EB-9565-4A1A7DC01475}"/>
    <dgm:cxn modelId="{AE0C7027-2240-46A1-A4F0-459293476123}" type="presOf" srcId="{2991E847-99F4-422C-B7CC-BE347F2C465A}" destId="{9A41460E-7AED-49BD-A714-3F85E831A5D1}" srcOrd="1" destOrd="0" presId="urn:microsoft.com/office/officeart/2005/8/layout/process3"/>
    <dgm:cxn modelId="{B86D2429-EA41-4A8E-AE4C-216EC9F150FF}" srcId="{05CD616A-0310-4A3D-ADCC-309D774876DA}" destId="{07E993D8-5A12-4514-A260-A38FB88822D2}" srcOrd="3" destOrd="0" parTransId="{E453C0A5-7C97-4373-B4D0-C81AA4B08748}" sibTransId="{A0D2C391-27C9-4DBD-8FCB-24D408AED526}"/>
    <dgm:cxn modelId="{65F52B29-5533-4C0A-8585-4684800B4F06}" srcId="{669ED2DC-E7C9-499D-B31E-A38EC3300E39}" destId="{2CB50520-2E48-4AC8-802C-989758A9633E}" srcOrd="1" destOrd="0" parTransId="{83186A36-6334-48DE-A12E-F905F8D574DD}" sibTransId="{5D172E38-2919-4B97-B7A2-FB07623BCDB3}"/>
    <dgm:cxn modelId="{4BD8E22B-D0A9-4F07-89A1-C35FCE724832}" srcId="{05CD616A-0310-4A3D-ADCC-309D774876DA}" destId="{72A7B77E-0C08-481A-B1E4-1D4E56303882}" srcOrd="1" destOrd="0" parTransId="{1C6AF82B-E7C7-4596-9800-31B682116A89}" sibTransId="{9A7C7CF3-EC56-42AB-9E60-3C4DB0201943}"/>
    <dgm:cxn modelId="{08DB232E-FEF5-4893-9724-3A6A3D1FDEC4}" type="presOf" srcId="{ED0D74F8-53AF-471E-AF6E-C4BBB1F238E9}" destId="{9009A206-AAE8-41A1-85FD-78EA3E702EE7}" srcOrd="0" destOrd="0" presId="urn:microsoft.com/office/officeart/2005/8/layout/process3"/>
    <dgm:cxn modelId="{5FD33C2F-ADEB-4B9B-AA9D-086242032D30}" type="presOf" srcId="{38978429-E620-4582-8262-2CF3A6CA0D6C}" destId="{BFA54995-3721-4ADA-9354-98A10F92CA11}" srcOrd="0" destOrd="2" presId="urn:microsoft.com/office/officeart/2005/8/layout/process3"/>
    <dgm:cxn modelId="{D8D9A52F-5475-4554-899F-C548DC0D8586}" type="presOf" srcId="{D9CE5E15-1C90-40DC-8D7C-71A6931434E4}" destId="{B0445521-2E02-47D1-8317-CDD701CFAE98}" srcOrd="0" destOrd="1" presId="urn:microsoft.com/office/officeart/2005/8/layout/process3"/>
    <dgm:cxn modelId="{9CE95231-21C0-4C62-8F47-69419563B9FF}" type="presOf" srcId="{05CD616A-0310-4A3D-ADCC-309D774876DA}" destId="{2078DE10-4C69-41D8-BB8D-4801FD967853}" srcOrd="1" destOrd="0" presId="urn:microsoft.com/office/officeart/2005/8/layout/process3"/>
    <dgm:cxn modelId="{406CBF37-656E-41BB-A5DE-2B1BAB4F9775}" srcId="{ED0D74F8-53AF-471E-AF6E-C4BBB1F238E9}" destId="{DF8489D2-518C-4FA7-A5E5-78A902C5D8E3}" srcOrd="3" destOrd="0" parTransId="{BFBBF106-447F-4D3C-B2C7-32FD5B5376C0}" sibTransId="{F60C2257-5F9D-488D-B0BA-BE059E54A47C}"/>
    <dgm:cxn modelId="{BA9CD839-B07C-4C6E-AEE5-DA2C81C62FCD}" srcId="{ED0D74F8-53AF-471E-AF6E-C4BBB1F238E9}" destId="{669ED2DC-E7C9-499D-B31E-A38EC3300E39}" srcOrd="4" destOrd="0" parTransId="{C716FBC5-F474-4993-9950-1644B0201F3F}" sibTransId="{534A365E-920F-4DB1-9738-F0602E610402}"/>
    <dgm:cxn modelId="{8EB1B665-B7AF-431E-A71B-75008E6F63EF}" type="presOf" srcId="{669ED2DC-E7C9-499D-B31E-A38EC3300E39}" destId="{2F4F9D49-D1F4-40BB-B23A-304D3C2918A9}" srcOrd="0" destOrd="0" presId="urn:microsoft.com/office/officeart/2005/8/layout/process3"/>
    <dgm:cxn modelId="{686DF665-28F8-420A-8147-7364FDD6978A}" srcId="{17CA1AA0-A7E8-43BD-B6A4-A18C32120DF1}" destId="{E16E953C-7FD6-437D-8D62-ED9EB84E32D9}" srcOrd="1" destOrd="0" parTransId="{33B86E69-DE9D-4556-9884-B8DA86203905}" sibTransId="{0CD33839-E025-44CF-8091-F39416CBA652}"/>
    <dgm:cxn modelId="{7E766667-E25C-46F3-A18D-9DEE177C89BF}" type="presOf" srcId="{E08322A6-766A-4A5F-AB49-BA8852567A3A}" destId="{383476B6-60F7-4645-8660-9C96C807A4DF}" srcOrd="0" destOrd="0" presId="urn:microsoft.com/office/officeart/2005/8/layout/process3"/>
    <dgm:cxn modelId="{89F52D68-3835-46D5-87D4-289D6DF6E203}" type="presOf" srcId="{6CFFBF49-3A6D-4ABC-9EAE-FDBA4459DB11}" destId="{B0445521-2E02-47D1-8317-CDD701CFAE98}" srcOrd="0" destOrd="2" presId="urn:microsoft.com/office/officeart/2005/8/layout/process3"/>
    <dgm:cxn modelId="{9A07D248-49BC-47F7-978F-C54075263AFE}" srcId="{DF8489D2-518C-4FA7-A5E5-78A902C5D8E3}" destId="{D9CE5E15-1C90-40DC-8D7C-71A6931434E4}" srcOrd="1" destOrd="0" parTransId="{A85AC83C-E40C-4805-9817-23F89632A958}" sibTransId="{8ACD283D-38B6-4E99-90EF-21E06EE9CB44}"/>
    <dgm:cxn modelId="{BAB63749-87A5-41BD-A05C-11CD0DEDBC1F}" srcId="{E08322A6-766A-4A5F-AB49-BA8852567A3A}" destId="{7577136A-D0E3-4761-9533-FB5133317421}" srcOrd="0" destOrd="0" parTransId="{551DEF0A-0C66-4203-A65D-CF41F586CA1E}" sibTransId="{80B6FD16-61C7-4BF5-B6A1-9272DE7BB813}"/>
    <dgm:cxn modelId="{C5C2494E-B50F-439B-85D6-D8E2BEEAE457}" srcId="{17CA1AA0-A7E8-43BD-B6A4-A18C32120DF1}" destId="{2D0B958E-6C01-46BE-8D12-20DD3F756F78}" srcOrd="2" destOrd="0" parTransId="{E30824F5-9AFC-420F-96D0-CE5C244387E5}" sibTransId="{CC813F9D-3A9C-4BF5-9E5C-42323C998A72}"/>
    <dgm:cxn modelId="{80AC844E-DBA8-4DAA-A4B3-B09DA61F187D}" type="presOf" srcId="{F60C2257-5F9D-488D-B0BA-BE059E54A47C}" destId="{89470890-64F8-4699-A737-520CBF6B81BE}" srcOrd="1" destOrd="0" presId="urn:microsoft.com/office/officeart/2005/8/layout/process3"/>
    <dgm:cxn modelId="{4E39EE6E-01FB-485E-B55C-8F72AE27816B}" srcId="{05CD616A-0310-4A3D-ADCC-309D774876DA}" destId="{1C23CB86-7EE2-4130-8F8E-5B96AE1099E7}" srcOrd="0" destOrd="0" parTransId="{45242E5F-8A8E-4CAC-A887-CCCDC0E6CEDE}" sibTransId="{3784DD4E-7B04-4244-B9AA-955676D6C718}"/>
    <dgm:cxn modelId="{EB099851-8698-4A3E-8B7C-35D952AC2E73}" type="presOf" srcId="{DF8489D2-518C-4FA7-A5E5-78A902C5D8E3}" destId="{0E683D03-C71C-429E-AB34-91EE9AF42B5D}" srcOrd="0" destOrd="0" presId="urn:microsoft.com/office/officeart/2005/8/layout/process3"/>
    <dgm:cxn modelId="{03FB4F56-9022-462E-B772-4DEFEDFCE1B3}" type="presOf" srcId="{33E6BA8A-0DCF-4353-878C-C321B74FEB3E}" destId="{248803BE-541A-4B78-BA5E-415946C18CAA}" srcOrd="0" destOrd="0" presId="urn:microsoft.com/office/officeart/2005/8/layout/process3"/>
    <dgm:cxn modelId="{21A2B176-9654-4D06-970E-05E87A93FEFF}" type="presOf" srcId="{E16E953C-7FD6-437D-8D62-ED9EB84E32D9}" destId="{248803BE-541A-4B78-BA5E-415946C18CAA}" srcOrd="0" destOrd="1" presId="urn:microsoft.com/office/officeart/2005/8/layout/process3"/>
    <dgm:cxn modelId="{36AC4D57-3FDF-4A9B-8B19-ABD2553C81C6}" type="presOf" srcId="{07E993D8-5A12-4514-A260-A38FB88822D2}" destId="{BFA54995-3721-4ADA-9354-98A10F92CA11}" srcOrd="0" destOrd="3" presId="urn:microsoft.com/office/officeart/2005/8/layout/process3"/>
    <dgm:cxn modelId="{A2473D78-4A26-4B29-A2A9-634B03744FD1}" srcId="{E08322A6-766A-4A5F-AB49-BA8852567A3A}" destId="{26B7DAA9-7A08-4339-B0E4-5E3E9E4C69C6}" srcOrd="2" destOrd="0" parTransId="{46851FF9-D6DD-4820-982C-3B85B97F1BA8}" sibTransId="{3611BC24-041A-47F5-982F-EA64EFCDF309}"/>
    <dgm:cxn modelId="{47D41059-F391-4E5D-9460-97A78F14933D}" srcId="{669ED2DC-E7C9-499D-B31E-A38EC3300E39}" destId="{3D06A3C7-B3B2-456B-84D0-DB4E3281DF6E}" srcOrd="2" destOrd="0" parTransId="{E86D83DC-713E-4E16-A1F2-49E30E690E27}" sibTransId="{97F3A4AA-85F4-4D81-B762-3C65EDD79B49}"/>
    <dgm:cxn modelId="{23273C7E-AC65-492C-8BF4-79FFB05AC904}" type="presOf" srcId="{DB4B8DF0-9DEC-4E75-BB4F-F3AE07D97C8C}" destId="{B0445521-2E02-47D1-8317-CDD701CFAE98}" srcOrd="0" destOrd="3" presId="urn:microsoft.com/office/officeart/2005/8/layout/process3"/>
    <dgm:cxn modelId="{5F615786-49FD-4CF3-86E1-0B7D63115928}" srcId="{DF8489D2-518C-4FA7-A5E5-78A902C5D8E3}" destId="{5C654C5C-392E-403E-BD05-77FAD0EF1EE1}" srcOrd="0" destOrd="0" parTransId="{1AFDF6AA-C7B6-4F5E-B1F1-C71D75A6BB41}" sibTransId="{18A08C90-229E-4965-8A3B-844ADF8EAE50}"/>
    <dgm:cxn modelId="{EAE22A89-88FE-4592-A47A-0190E9E89019}" type="presOf" srcId="{4EBE3313-34BF-43FA-AA7F-0C27349B1308}" destId="{36639067-109A-4486-A5B2-642667245247}" srcOrd="1" destOrd="0" presId="urn:microsoft.com/office/officeart/2005/8/layout/process3"/>
    <dgm:cxn modelId="{535D448A-6EB3-4AAD-AC67-4213F5B50DD8}" type="presOf" srcId="{72A7B77E-0C08-481A-B1E4-1D4E56303882}" destId="{BFA54995-3721-4ADA-9354-98A10F92CA11}" srcOrd="0" destOrd="1" presId="urn:microsoft.com/office/officeart/2005/8/layout/process3"/>
    <dgm:cxn modelId="{7388268B-8CF6-4DE4-AA67-65B0F31BFD07}" srcId="{DF8489D2-518C-4FA7-A5E5-78A902C5D8E3}" destId="{6CFFBF49-3A6D-4ABC-9EAE-FDBA4459DB11}" srcOrd="2" destOrd="0" parTransId="{037711DF-0C7C-4F53-856D-CD8F36027379}" sibTransId="{C0F495A2-AACD-4104-9BB2-8C6713C19890}"/>
    <dgm:cxn modelId="{CE8C3F8F-214F-4391-9137-3D62212E6BEB}" type="presOf" srcId="{7EC359F4-D34A-47D1-9D9B-7D3F0A04B2B5}" destId="{2B739A06-3948-4478-BA56-CF56BAE2FB98}" srcOrd="1" destOrd="0" presId="urn:microsoft.com/office/officeart/2005/8/layout/process3"/>
    <dgm:cxn modelId="{94433398-0ACF-4DA5-90C1-94BD595AA3C1}" type="presOf" srcId="{2824904C-6F1C-4E2C-BBF1-26C13377628D}" destId="{248803BE-541A-4B78-BA5E-415946C18CAA}" srcOrd="0" destOrd="3" presId="urn:microsoft.com/office/officeart/2005/8/layout/process3"/>
    <dgm:cxn modelId="{498028A4-72AB-440C-93D1-87D55280282A}" type="presOf" srcId="{7EC359F4-D34A-47D1-9D9B-7D3F0A04B2B5}" destId="{F157B724-E935-4268-AE2E-200C6DD14C36}" srcOrd="0" destOrd="0" presId="urn:microsoft.com/office/officeart/2005/8/layout/process3"/>
    <dgm:cxn modelId="{0A011CA6-79F3-4511-BEE6-BBEC2E4E928C}" type="presOf" srcId="{3D06A3C7-B3B2-456B-84D0-DB4E3281DF6E}" destId="{D107A5B9-F18E-4DA9-9A25-714421FF4911}" srcOrd="0" destOrd="2" presId="urn:microsoft.com/office/officeart/2005/8/layout/process3"/>
    <dgm:cxn modelId="{199C11A8-8014-4880-9F8B-CCA0FBEE9D85}" srcId="{ED0D74F8-53AF-471E-AF6E-C4BBB1F238E9}" destId="{17CA1AA0-A7E8-43BD-B6A4-A18C32120DF1}" srcOrd="1" destOrd="0" parTransId="{B1C7DDB1-4CDF-4FA6-B81C-189288B2D2C3}" sibTransId="{4EBE3313-34BF-43FA-AA7F-0C27349B1308}"/>
    <dgm:cxn modelId="{D22748AC-E4A7-430A-B1A2-61C83C0B465D}" srcId="{669ED2DC-E7C9-499D-B31E-A38EC3300E39}" destId="{C1FD990E-9F46-42CF-96AC-7052DA543980}" srcOrd="3" destOrd="0" parTransId="{8948C82D-DD14-4743-9A2E-2C682DE49702}" sibTransId="{107BAFA5-EB4D-4F23-8157-DBEF0E8A3DA5}"/>
    <dgm:cxn modelId="{21AA7EAC-CB8F-4568-A306-A53A1398CB26}" type="presOf" srcId="{17CA1AA0-A7E8-43BD-B6A4-A18C32120DF1}" destId="{74674020-FFC0-46EF-9AC6-C610B06F18DC}" srcOrd="0" destOrd="0" presId="urn:microsoft.com/office/officeart/2005/8/layout/process3"/>
    <dgm:cxn modelId="{6AFB1EB7-3750-4D83-8831-79A6A118DEBA}" type="presOf" srcId="{F60C2257-5F9D-488D-B0BA-BE059E54A47C}" destId="{D190DF69-CDEC-4D0F-8FCB-117C84B5BAA1}" srcOrd="0" destOrd="0" presId="urn:microsoft.com/office/officeart/2005/8/layout/process3"/>
    <dgm:cxn modelId="{92EDA2B8-850F-49F6-A1F6-63A17B407BAD}" type="presOf" srcId="{7577136A-D0E3-4761-9533-FB5133317421}" destId="{96E71C87-B65D-45C7-9F6A-3F65B1A5C8AB}" srcOrd="0" destOrd="0" presId="urn:microsoft.com/office/officeart/2005/8/layout/process3"/>
    <dgm:cxn modelId="{773BE8B9-7AB9-4F36-8D63-A239A2B2C050}" type="presOf" srcId="{669ED2DC-E7C9-499D-B31E-A38EC3300E39}" destId="{99D200F0-60EB-4EC5-B661-EEC64F4FA7BD}" srcOrd="1" destOrd="0" presId="urn:microsoft.com/office/officeart/2005/8/layout/process3"/>
    <dgm:cxn modelId="{505D17BB-2BC0-4BEA-89F6-800091819782}" srcId="{ED0D74F8-53AF-471E-AF6E-C4BBB1F238E9}" destId="{05CD616A-0310-4A3D-ADCC-309D774876DA}" srcOrd="0" destOrd="0" parTransId="{F5BC0EF6-B073-4909-8ED4-2B82BA9820DF}" sibTransId="{2991E847-99F4-422C-B7CC-BE347F2C465A}"/>
    <dgm:cxn modelId="{4CF89CBD-B06C-4E32-BAE4-098BCD220569}" type="presOf" srcId="{4EBE3313-34BF-43FA-AA7F-0C27349B1308}" destId="{5C82E29C-C063-4502-BD20-2F05B649A26E}" srcOrd="0" destOrd="0" presId="urn:microsoft.com/office/officeart/2005/8/layout/process3"/>
    <dgm:cxn modelId="{430096C1-BE80-4E8E-97A9-D66457BDEA9F}" srcId="{05CD616A-0310-4A3D-ADCC-309D774876DA}" destId="{38978429-E620-4582-8262-2CF3A6CA0D6C}" srcOrd="2" destOrd="0" parTransId="{98B01E52-3B36-4EE0-894E-EDBB0B0F3577}" sibTransId="{487D5244-6640-4E1D-9E81-7060BD61CF7C}"/>
    <dgm:cxn modelId="{0388FEC4-E4F7-49A7-A42F-0BA601991BFE}" type="presOf" srcId="{C1FD990E-9F46-42CF-96AC-7052DA543980}" destId="{D107A5B9-F18E-4DA9-9A25-714421FF4911}" srcOrd="0" destOrd="3" presId="urn:microsoft.com/office/officeart/2005/8/layout/process3"/>
    <dgm:cxn modelId="{91E8BFC7-67E4-4F3F-A558-F0CE8E5ECC0C}" type="presOf" srcId="{2D0B958E-6C01-46BE-8D12-20DD3F756F78}" destId="{248803BE-541A-4B78-BA5E-415946C18CAA}" srcOrd="0" destOrd="2" presId="urn:microsoft.com/office/officeart/2005/8/layout/process3"/>
    <dgm:cxn modelId="{42CC10C8-4FC1-481A-B7F4-AE1988E7872D}" type="presOf" srcId="{5D995C19-F582-42C6-8E91-04D6EEFE3C78}" destId="{D107A5B9-F18E-4DA9-9A25-714421FF4911}" srcOrd="0" destOrd="0" presId="urn:microsoft.com/office/officeart/2005/8/layout/process3"/>
    <dgm:cxn modelId="{69ECA2C8-9B88-423F-91FE-0AFE5B7695A5}" type="presOf" srcId="{DF8489D2-518C-4FA7-A5E5-78A902C5D8E3}" destId="{C123C7E9-D89B-47ED-BEB8-1745FF6456C9}" srcOrd="1" destOrd="0" presId="urn:microsoft.com/office/officeart/2005/8/layout/process3"/>
    <dgm:cxn modelId="{76D42CC9-367E-4310-8200-8C9F7D83DD95}" type="presOf" srcId="{17CA1AA0-A7E8-43BD-B6A4-A18C32120DF1}" destId="{0EB3D7CE-87DC-40AA-812D-73C6D26A33CE}" srcOrd="1" destOrd="0" presId="urn:microsoft.com/office/officeart/2005/8/layout/process3"/>
    <dgm:cxn modelId="{AC50DECC-CEB1-4D82-BF1C-79A149AA55FA}" type="presOf" srcId="{E08322A6-766A-4A5F-AB49-BA8852567A3A}" destId="{85E1ECE0-06F7-4E96-BC36-D0AE3202E471}" srcOrd="1" destOrd="0" presId="urn:microsoft.com/office/officeart/2005/8/layout/process3"/>
    <dgm:cxn modelId="{F38817D4-5C25-4DBF-8CBE-9E68E3363167}" type="presOf" srcId="{1C23CB86-7EE2-4130-8F8E-5B96AE1099E7}" destId="{BFA54995-3721-4ADA-9354-98A10F92CA11}" srcOrd="0" destOrd="0" presId="urn:microsoft.com/office/officeart/2005/8/layout/process3"/>
    <dgm:cxn modelId="{D2803EDC-F9C6-4987-85D7-31750D5BE8A3}" srcId="{DF8489D2-518C-4FA7-A5E5-78A902C5D8E3}" destId="{DB4B8DF0-9DEC-4E75-BB4F-F3AE07D97C8C}" srcOrd="3" destOrd="0" parTransId="{48B0F54A-6F19-4D69-863D-1815A2D0AB08}" sibTransId="{58A4B62D-D95D-4953-BB77-3562CB5FFC0E}"/>
    <dgm:cxn modelId="{7022FBDE-9573-4535-9755-C6D73C267AD1}" type="presOf" srcId="{2CB50520-2E48-4AC8-802C-989758A9633E}" destId="{D107A5B9-F18E-4DA9-9A25-714421FF4911}" srcOrd="0" destOrd="1" presId="urn:microsoft.com/office/officeart/2005/8/layout/process3"/>
    <dgm:cxn modelId="{5B0A01E0-357D-490C-9851-A2D10307869C}" type="presOf" srcId="{5C654C5C-392E-403E-BD05-77FAD0EF1EE1}" destId="{B0445521-2E02-47D1-8317-CDD701CFAE98}" srcOrd="0" destOrd="0" presId="urn:microsoft.com/office/officeart/2005/8/layout/process3"/>
    <dgm:cxn modelId="{FB7120E0-564B-48EF-9C5A-43B60A561B4E}" type="presOf" srcId="{26B7DAA9-7A08-4339-B0E4-5E3E9E4C69C6}" destId="{96E71C87-B65D-45C7-9F6A-3F65B1A5C8AB}" srcOrd="0" destOrd="2" presId="urn:microsoft.com/office/officeart/2005/8/layout/process3"/>
    <dgm:cxn modelId="{FC3AABE7-17EB-46AD-9191-77ED1FDCD264}" srcId="{E08322A6-766A-4A5F-AB49-BA8852567A3A}" destId="{89362DC1-71D8-4C80-A2F9-A1B430F3AC01}" srcOrd="3" destOrd="0" parTransId="{2DB0381B-55D3-4A0B-8BB6-8E9D21498E2F}" sibTransId="{827E12AC-6A18-481A-B7C0-370446371FA8}"/>
    <dgm:cxn modelId="{340112EE-4204-4FF0-86CB-E3F732EE4C0E}" type="presOf" srcId="{2991E847-99F4-422C-B7CC-BE347F2C465A}" destId="{3EB46977-C2E6-4825-88D3-D57CF6DB5BA5}" srcOrd="0" destOrd="0" presId="urn:microsoft.com/office/officeart/2005/8/layout/process3"/>
    <dgm:cxn modelId="{42062EEE-C654-486C-9C25-7B88E163172F}" srcId="{669ED2DC-E7C9-499D-B31E-A38EC3300E39}" destId="{5D995C19-F582-42C6-8E91-04D6EEFE3C78}" srcOrd="0" destOrd="0" parTransId="{C88C5CFB-E0AD-4C53-93CC-0556C069AA67}" sibTransId="{5888A83F-FBC6-497D-A412-3A73688EF25E}"/>
    <dgm:cxn modelId="{3F53B7EE-00D2-4092-BBA5-174CB152F680}" type="presOf" srcId="{05CD616A-0310-4A3D-ADCC-309D774876DA}" destId="{3AA26A94-D3B6-4F00-B40D-F3E62A4A1A82}" srcOrd="0" destOrd="0" presId="urn:microsoft.com/office/officeart/2005/8/layout/process3"/>
    <dgm:cxn modelId="{C742787F-A478-42A0-9434-AB8D815CAE8A}" type="presParOf" srcId="{9009A206-AAE8-41A1-85FD-78EA3E702EE7}" destId="{56A9652A-2CE6-46B2-98B3-07C95DDF8881}" srcOrd="0" destOrd="0" presId="urn:microsoft.com/office/officeart/2005/8/layout/process3"/>
    <dgm:cxn modelId="{DA742CB3-7E68-4A60-BBD2-958633EA4421}" type="presParOf" srcId="{56A9652A-2CE6-46B2-98B3-07C95DDF8881}" destId="{3AA26A94-D3B6-4F00-B40D-F3E62A4A1A82}" srcOrd="0" destOrd="0" presId="urn:microsoft.com/office/officeart/2005/8/layout/process3"/>
    <dgm:cxn modelId="{FD482B0F-CA1D-452A-A503-086038BFAA01}" type="presParOf" srcId="{56A9652A-2CE6-46B2-98B3-07C95DDF8881}" destId="{2078DE10-4C69-41D8-BB8D-4801FD967853}" srcOrd="1" destOrd="0" presId="urn:microsoft.com/office/officeart/2005/8/layout/process3"/>
    <dgm:cxn modelId="{E89274D2-34B0-4964-BFDF-24FCA3213B6C}" type="presParOf" srcId="{56A9652A-2CE6-46B2-98B3-07C95DDF8881}" destId="{BFA54995-3721-4ADA-9354-98A10F92CA11}" srcOrd="2" destOrd="0" presId="urn:microsoft.com/office/officeart/2005/8/layout/process3"/>
    <dgm:cxn modelId="{83CC72E9-0D0F-4D74-9215-A4332A83BD81}" type="presParOf" srcId="{9009A206-AAE8-41A1-85FD-78EA3E702EE7}" destId="{3EB46977-C2E6-4825-88D3-D57CF6DB5BA5}" srcOrd="1" destOrd="0" presId="urn:microsoft.com/office/officeart/2005/8/layout/process3"/>
    <dgm:cxn modelId="{9911CE0A-D49B-4FC0-B18D-0CD9300E5527}" type="presParOf" srcId="{3EB46977-C2E6-4825-88D3-D57CF6DB5BA5}" destId="{9A41460E-7AED-49BD-A714-3F85E831A5D1}" srcOrd="0" destOrd="0" presId="urn:microsoft.com/office/officeart/2005/8/layout/process3"/>
    <dgm:cxn modelId="{DAB11A83-A497-4EF6-BE0C-ECAB6CA7ACAD}" type="presParOf" srcId="{9009A206-AAE8-41A1-85FD-78EA3E702EE7}" destId="{1B556BD0-7BBE-4D84-A677-143E0F02FDCC}" srcOrd="2" destOrd="0" presId="urn:microsoft.com/office/officeart/2005/8/layout/process3"/>
    <dgm:cxn modelId="{C572D205-3779-41A6-8F83-3BF2B376A36A}" type="presParOf" srcId="{1B556BD0-7BBE-4D84-A677-143E0F02FDCC}" destId="{74674020-FFC0-46EF-9AC6-C610B06F18DC}" srcOrd="0" destOrd="0" presId="urn:microsoft.com/office/officeart/2005/8/layout/process3"/>
    <dgm:cxn modelId="{C52A28D2-30E3-4699-B321-714E3187F6B2}" type="presParOf" srcId="{1B556BD0-7BBE-4D84-A677-143E0F02FDCC}" destId="{0EB3D7CE-87DC-40AA-812D-73C6D26A33CE}" srcOrd="1" destOrd="0" presId="urn:microsoft.com/office/officeart/2005/8/layout/process3"/>
    <dgm:cxn modelId="{756400A4-7E12-411D-8B53-2DF1A9F4B749}" type="presParOf" srcId="{1B556BD0-7BBE-4D84-A677-143E0F02FDCC}" destId="{248803BE-541A-4B78-BA5E-415946C18CAA}" srcOrd="2" destOrd="0" presId="urn:microsoft.com/office/officeart/2005/8/layout/process3"/>
    <dgm:cxn modelId="{D47A809E-7D44-4EBE-B111-8584CEB655EE}" type="presParOf" srcId="{9009A206-AAE8-41A1-85FD-78EA3E702EE7}" destId="{5C82E29C-C063-4502-BD20-2F05B649A26E}" srcOrd="3" destOrd="0" presId="urn:microsoft.com/office/officeart/2005/8/layout/process3"/>
    <dgm:cxn modelId="{82300AE6-1554-4AA0-9CA0-F5D958FA3F5E}" type="presParOf" srcId="{5C82E29C-C063-4502-BD20-2F05B649A26E}" destId="{36639067-109A-4486-A5B2-642667245247}" srcOrd="0" destOrd="0" presId="urn:microsoft.com/office/officeart/2005/8/layout/process3"/>
    <dgm:cxn modelId="{C3B78991-93CC-4448-AE1C-914EE78442AB}" type="presParOf" srcId="{9009A206-AAE8-41A1-85FD-78EA3E702EE7}" destId="{4FAB2EF6-8970-45D9-8D9B-F574846FB380}" srcOrd="4" destOrd="0" presId="urn:microsoft.com/office/officeart/2005/8/layout/process3"/>
    <dgm:cxn modelId="{AF48018B-8D1C-4638-9922-5A9FF25DB6AF}" type="presParOf" srcId="{4FAB2EF6-8970-45D9-8D9B-F574846FB380}" destId="{383476B6-60F7-4645-8660-9C96C807A4DF}" srcOrd="0" destOrd="0" presId="urn:microsoft.com/office/officeart/2005/8/layout/process3"/>
    <dgm:cxn modelId="{832DDF2E-C3F5-448B-B5E5-3CC3CE68F9A0}" type="presParOf" srcId="{4FAB2EF6-8970-45D9-8D9B-F574846FB380}" destId="{85E1ECE0-06F7-4E96-BC36-D0AE3202E471}" srcOrd="1" destOrd="0" presId="urn:microsoft.com/office/officeart/2005/8/layout/process3"/>
    <dgm:cxn modelId="{C1DC7EE8-4D9D-45EC-A24E-771636D44838}" type="presParOf" srcId="{4FAB2EF6-8970-45D9-8D9B-F574846FB380}" destId="{96E71C87-B65D-45C7-9F6A-3F65B1A5C8AB}" srcOrd="2" destOrd="0" presId="urn:microsoft.com/office/officeart/2005/8/layout/process3"/>
    <dgm:cxn modelId="{DFD6554A-4E08-4CCD-B100-E0477751A112}" type="presParOf" srcId="{9009A206-AAE8-41A1-85FD-78EA3E702EE7}" destId="{F157B724-E935-4268-AE2E-200C6DD14C36}" srcOrd="5" destOrd="0" presId="urn:microsoft.com/office/officeart/2005/8/layout/process3"/>
    <dgm:cxn modelId="{EEDFB57A-B41A-4BDA-8D7F-D160DC6C12BA}" type="presParOf" srcId="{F157B724-E935-4268-AE2E-200C6DD14C36}" destId="{2B739A06-3948-4478-BA56-CF56BAE2FB98}" srcOrd="0" destOrd="0" presId="urn:microsoft.com/office/officeart/2005/8/layout/process3"/>
    <dgm:cxn modelId="{C30C94A9-172F-4472-9917-EEC5B87D67F9}" type="presParOf" srcId="{9009A206-AAE8-41A1-85FD-78EA3E702EE7}" destId="{3BE9D073-2E2E-4ED0-8012-0D9FADDC7395}" srcOrd="6" destOrd="0" presId="urn:microsoft.com/office/officeart/2005/8/layout/process3"/>
    <dgm:cxn modelId="{D92900C3-4EEC-4889-AA41-4B0F19F896AD}" type="presParOf" srcId="{3BE9D073-2E2E-4ED0-8012-0D9FADDC7395}" destId="{0E683D03-C71C-429E-AB34-91EE9AF42B5D}" srcOrd="0" destOrd="0" presId="urn:microsoft.com/office/officeart/2005/8/layout/process3"/>
    <dgm:cxn modelId="{3DCE930E-1570-4553-AECF-2C34496985FE}" type="presParOf" srcId="{3BE9D073-2E2E-4ED0-8012-0D9FADDC7395}" destId="{C123C7E9-D89B-47ED-BEB8-1745FF6456C9}" srcOrd="1" destOrd="0" presId="urn:microsoft.com/office/officeart/2005/8/layout/process3"/>
    <dgm:cxn modelId="{EB35C46A-F681-4407-AD01-B25A2893F9DB}" type="presParOf" srcId="{3BE9D073-2E2E-4ED0-8012-0D9FADDC7395}" destId="{B0445521-2E02-47D1-8317-CDD701CFAE98}" srcOrd="2" destOrd="0" presId="urn:microsoft.com/office/officeart/2005/8/layout/process3"/>
    <dgm:cxn modelId="{87F288ED-FF36-4F79-858A-5F55FDE5B89D}" type="presParOf" srcId="{9009A206-AAE8-41A1-85FD-78EA3E702EE7}" destId="{D190DF69-CDEC-4D0F-8FCB-117C84B5BAA1}" srcOrd="7" destOrd="0" presId="urn:microsoft.com/office/officeart/2005/8/layout/process3"/>
    <dgm:cxn modelId="{EFA40C2D-EF8E-44F6-A6F9-6EA6365B56D2}" type="presParOf" srcId="{D190DF69-CDEC-4D0F-8FCB-117C84B5BAA1}" destId="{89470890-64F8-4699-A737-520CBF6B81BE}" srcOrd="0" destOrd="0" presId="urn:microsoft.com/office/officeart/2005/8/layout/process3"/>
    <dgm:cxn modelId="{00B9780A-EEAE-468D-9621-DA067DA878E6}" type="presParOf" srcId="{9009A206-AAE8-41A1-85FD-78EA3E702EE7}" destId="{3CE2CE99-86EC-4757-9FC8-15149CF1F7FF}" srcOrd="8" destOrd="0" presId="urn:microsoft.com/office/officeart/2005/8/layout/process3"/>
    <dgm:cxn modelId="{C6C96C7B-D137-4401-9788-E4ED0A163812}" type="presParOf" srcId="{3CE2CE99-86EC-4757-9FC8-15149CF1F7FF}" destId="{2F4F9D49-D1F4-40BB-B23A-304D3C2918A9}" srcOrd="0" destOrd="0" presId="urn:microsoft.com/office/officeart/2005/8/layout/process3"/>
    <dgm:cxn modelId="{F3EA90AE-E201-4A1A-A792-1D8C0E4919F3}" type="presParOf" srcId="{3CE2CE99-86EC-4757-9FC8-15149CF1F7FF}" destId="{99D200F0-60EB-4EC5-B661-EEC64F4FA7BD}" srcOrd="1" destOrd="0" presId="urn:microsoft.com/office/officeart/2005/8/layout/process3"/>
    <dgm:cxn modelId="{21D1FC9D-216A-4397-8AC4-6A3A9B9D8D83}" type="presParOf" srcId="{3CE2CE99-86EC-4757-9FC8-15149CF1F7FF}" destId="{D107A5B9-F18E-4DA9-9A25-714421FF4911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78DE10-4C69-41D8-BB8D-4801FD967853}">
      <dsp:nvSpPr>
        <dsp:cNvPr id="0" name=""/>
        <dsp:cNvSpPr/>
      </dsp:nvSpPr>
      <dsp:spPr>
        <a:xfrm>
          <a:off x="6794" y="54289"/>
          <a:ext cx="1532927" cy="907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Review 1 – Project Initiation &amp; Literature</a:t>
          </a:r>
          <a:endParaRPr lang="en-IN" sz="1200" kern="1200" dirty="0"/>
        </a:p>
      </dsp:txBody>
      <dsp:txXfrm>
        <a:off x="6794" y="54289"/>
        <a:ext cx="1532927" cy="604809"/>
      </dsp:txXfrm>
    </dsp:sp>
    <dsp:sp modelId="{BFA54995-3721-4ADA-9354-98A10F92CA11}">
      <dsp:nvSpPr>
        <dsp:cNvPr id="0" name=""/>
        <dsp:cNvSpPr/>
      </dsp:nvSpPr>
      <dsp:spPr>
        <a:xfrm>
          <a:off x="320767" y="659099"/>
          <a:ext cx="1532927" cy="336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Defined problem statement, objectives, and scope documentation.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Proposed datasets and methodology for AI-based diagnosis.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Outlined project objectives with planned tech stack.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Presented initial approach through an introductory presentation.</a:t>
          </a:r>
        </a:p>
      </dsp:txBody>
      <dsp:txXfrm>
        <a:off x="365665" y="703997"/>
        <a:ext cx="1443131" cy="3279804"/>
      </dsp:txXfrm>
    </dsp:sp>
    <dsp:sp modelId="{3EB46977-C2E6-4825-88D3-D57CF6DB5BA5}">
      <dsp:nvSpPr>
        <dsp:cNvPr id="0" name=""/>
        <dsp:cNvSpPr/>
      </dsp:nvSpPr>
      <dsp:spPr>
        <a:xfrm>
          <a:off x="1772107" y="165867"/>
          <a:ext cx="492658" cy="381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1772107" y="242198"/>
        <a:ext cx="378162" cy="228992"/>
      </dsp:txXfrm>
    </dsp:sp>
    <dsp:sp modelId="{0EB3D7CE-87DC-40AA-812D-73C6D26A33CE}">
      <dsp:nvSpPr>
        <dsp:cNvPr id="0" name=""/>
        <dsp:cNvSpPr/>
      </dsp:nvSpPr>
      <dsp:spPr>
        <a:xfrm>
          <a:off x="2469266" y="54289"/>
          <a:ext cx="1532927" cy="907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Review 2 – Design &amp; Methodology</a:t>
          </a:r>
          <a:endParaRPr lang="en-IN" sz="1200" kern="1200" dirty="0"/>
        </a:p>
      </dsp:txBody>
      <dsp:txXfrm>
        <a:off x="2469266" y="54289"/>
        <a:ext cx="1532927" cy="604809"/>
      </dsp:txXfrm>
    </dsp:sp>
    <dsp:sp modelId="{248803BE-541A-4B78-BA5E-415946C18CAA}">
      <dsp:nvSpPr>
        <dsp:cNvPr id="0" name=""/>
        <dsp:cNvSpPr/>
      </dsp:nvSpPr>
      <dsp:spPr>
        <a:xfrm>
          <a:off x="2783239" y="659099"/>
          <a:ext cx="1532927" cy="336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Built a basic ML model for skin disease classification.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Hosted the trained model on a backend server.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Created a simple web interface for image upload and testing.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Demonstrated working predictions via a functional web page.</a:t>
          </a:r>
        </a:p>
      </dsp:txBody>
      <dsp:txXfrm>
        <a:off x="2828137" y="703997"/>
        <a:ext cx="1443131" cy="3279804"/>
      </dsp:txXfrm>
    </dsp:sp>
    <dsp:sp modelId="{5C82E29C-C063-4502-BD20-2F05B649A26E}">
      <dsp:nvSpPr>
        <dsp:cNvPr id="0" name=""/>
        <dsp:cNvSpPr/>
      </dsp:nvSpPr>
      <dsp:spPr>
        <a:xfrm>
          <a:off x="4234579" y="165867"/>
          <a:ext cx="492658" cy="381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4234579" y="242198"/>
        <a:ext cx="378162" cy="228992"/>
      </dsp:txXfrm>
    </dsp:sp>
    <dsp:sp modelId="{85E1ECE0-06F7-4E96-BC36-D0AE3202E471}">
      <dsp:nvSpPr>
        <dsp:cNvPr id="0" name=""/>
        <dsp:cNvSpPr/>
      </dsp:nvSpPr>
      <dsp:spPr>
        <a:xfrm>
          <a:off x="4931738" y="54289"/>
          <a:ext cx="1532927" cy="907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Review 3 – C</a:t>
          </a:r>
          <a:r>
            <a:rPr lang="en-IN" sz="1200" b="1" kern="1200" dirty="0"/>
            <a:t>larifying</a:t>
          </a:r>
          <a:r>
            <a:rPr lang="en-US" sz="1200" b="1" kern="1200" dirty="0"/>
            <a:t> Phase</a:t>
          </a:r>
          <a:endParaRPr lang="en-IN" sz="1200" kern="1200" dirty="0"/>
        </a:p>
      </dsp:txBody>
      <dsp:txXfrm>
        <a:off x="4931738" y="54289"/>
        <a:ext cx="1532927" cy="604809"/>
      </dsp:txXfrm>
    </dsp:sp>
    <dsp:sp modelId="{96E71C87-B65D-45C7-9F6A-3F65B1A5C8AB}">
      <dsp:nvSpPr>
        <dsp:cNvPr id="0" name=""/>
        <dsp:cNvSpPr/>
      </dsp:nvSpPr>
      <dsp:spPr>
        <a:xfrm>
          <a:off x="5245711" y="659099"/>
          <a:ext cx="1532927" cy="336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Designed and developed a dedicated web application.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Integrated the ML model into the web using TensorFlow Lite.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Added login credentials with role-based access for different users.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Ensured security by restricting access so users cannot view others’ uploaded images.</a:t>
          </a:r>
        </a:p>
      </dsp:txBody>
      <dsp:txXfrm>
        <a:off x="5290609" y="703997"/>
        <a:ext cx="1443131" cy="3279804"/>
      </dsp:txXfrm>
    </dsp:sp>
    <dsp:sp modelId="{F157B724-E935-4268-AE2E-200C6DD14C36}">
      <dsp:nvSpPr>
        <dsp:cNvPr id="0" name=""/>
        <dsp:cNvSpPr/>
      </dsp:nvSpPr>
      <dsp:spPr>
        <a:xfrm>
          <a:off x="6697051" y="165867"/>
          <a:ext cx="492658" cy="381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6697051" y="242198"/>
        <a:ext cx="378162" cy="228992"/>
      </dsp:txXfrm>
    </dsp:sp>
    <dsp:sp modelId="{C123C7E9-D89B-47ED-BEB8-1745FF6456C9}">
      <dsp:nvSpPr>
        <dsp:cNvPr id="0" name=""/>
        <dsp:cNvSpPr/>
      </dsp:nvSpPr>
      <dsp:spPr>
        <a:xfrm>
          <a:off x="7394210" y="54289"/>
          <a:ext cx="1532927" cy="907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Review 4 – Refinement &amp; Pre-Final Stage.</a:t>
          </a:r>
          <a:endParaRPr lang="en-US" sz="1200" kern="1200" dirty="0"/>
        </a:p>
      </dsp:txBody>
      <dsp:txXfrm>
        <a:off x="7394210" y="54289"/>
        <a:ext cx="1532927" cy="604809"/>
      </dsp:txXfrm>
    </dsp:sp>
    <dsp:sp modelId="{B0445521-2E02-47D1-8317-CDD701CFAE98}">
      <dsp:nvSpPr>
        <dsp:cNvPr id="0" name=""/>
        <dsp:cNvSpPr/>
      </dsp:nvSpPr>
      <dsp:spPr>
        <a:xfrm>
          <a:off x="7708183" y="659099"/>
          <a:ext cx="1532927" cy="336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Integrated web app, backend, and chatbot into a unified system.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Conducted extensive testing, validation, and pilot user trials.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Fixed bugs, optimized performance, and improved interface.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/>
            <a:t>Drafted the final report and prepared for closing review.</a:t>
          </a:r>
          <a:endParaRPr lang="en-US" sz="1200" kern="1200" dirty="0"/>
        </a:p>
      </dsp:txBody>
      <dsp:txXfrm>
        <a:off x="7753081" y="703997"/>
        <a:ext cx="1443131" cy="3279804"/>
      </dsp:txXfrm>
    </dsp:sp>
    <dsp:sp modelId="{D190DF69-CDEC-4D0F-8FCB-117C84B5BAA1}">
      <dsp:nvSpPr>
        <dsp:cNvPr id="0" name=""/>
        <dsp:cNvSpPr/>
      </dsp:nvSpPr>
      <dsp:spPr>
        <a:xfrm>
          <a:off x="9159523" y="165867"/>
          <a:ext cx="492658" cy="381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9159523" y="242198"/>
        <a:ext cx="378162" cy="228992"/>
      </dsp:txXfrm>
    </dsp:sp>
    <dsp:sp modelId="{99D200F0-60EB-4EC5-B661-EEC64F4FA7BD}">
      <dsp:nvSpPr>
        <dsp:cNvPr id="0" name=""/>
        <dsp:cNvSpPr/>
      </dsp:nvSpPr>
      <dsp:spPr>
        <a:xfrm>
          <a:off x="9856682" y="54289"/>
          <a:ext cx="1532927" cy="907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Review 5 – Final Submission</a:t>
          </a:r>
          <a:endParaRPr lang="en-US" sz="1200" kern="1200" dirty="0"/>
        </a:p>
      </dsp:txBody>
      <dsp:txXfrm>
        <a:off x="9856682" y="54289"/>
        <a:ext cx="1532927" cy="604809"/>
      </dsp:txXfrm>
    </dsp:sp>
    <dsp:sp modelId="{D107A5B9-F18E-4DA9-9A25-714421FF4911}">
      <dsp:nvSpPr>
        <dsp:cNvPr id="0" name=""/>
        <dsp:cNvSpPr/>
      </dsp:nvSpPr>
      <dsp:spPr>
        <a:xfrm>
          <a:off x="10170655" y="659099"/>
          <a:ext cx="1532927" cy="336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Finalized deployment of the AI-based web diagnostic tool.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Completed full documentation, thesis, and project report.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Prepared and delivered final presentation with a live demo.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/>
            <a:t>Submitted project deliverables and attended viva evaluation.</a:t>
          </a:r>
          <a:endParaRPr lang="en-US" sz="1200" kern="1200" dirty="0"/>
        </a:p>
      </dsp:txBody>
      <dsp:txXfrm>
        <a:off x="10215553" y="703997"/>
        <a:ext cx="1443131" cy="3279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48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292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432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204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53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557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73075" y="740139"/>
            <a:ext cx="11597893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Al-based tool for preliminary diagnosis of Dermatological manifestations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97505" y="2030585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CIT_23</a:t>
            </a:r>
            <a:endParaRPr sz="1800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315022" y="2030585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algn="l"/>
            <a:r>
              <a:rPr lang="en-IN" sz="17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Dr.</a:t>
            </a:r>
            <a:r>
              <a:rPr lang="en-IN" sz="17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Mohammad Buran Basha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GB" sz="1800" b="1" i="0" dirty="0">
                <a:solidFill>
                  <a:schemeClr val="bg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Presidency School of Engineering, Department of Electronics and Communication Engineering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998578095"/>
              </p:ext>
            </p:extLst>
          </p:nvPr>
        </p:nvGraphicFramePr>
        <p:xfrm>
          <a:off x="0" y="2748934"/>
          <a:ext cx="5894430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19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5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25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20221CIT0085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VINOD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20221CIT0077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NALLIN KUMAR AB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20221CIT0068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DEEKSHA 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947215" y="135254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2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22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2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22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" y="4683469"/>
            <a:ext cx="8595360" cy="1321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CIT-Computer Science &amp; Engineering (Internet of Things)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Anandaraj S.P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Sharmasth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Vali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Arjunan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29943"/>
            <a:ext cx="10668000" cy="477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Introduction: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416560" y="1308851"/>
            <a:ext cx="11064240" cy="370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diseases are among the leading causes of non-fatal disease burden globally, significantly impacting mental health, daily functioning, social participation, and quality of life.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India, the shortage of trained dermatologists—especially in rural and semi-urban regions—results in delayed diagnosis, misdiagnosis, and unsafe self-treatment.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lack of accessible dermatological services and poor medical awareness, many individuals rely on home remedies or non-professional advice.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urgent need for an AI-based preliminary screening tool that can assist early detection and guide patients with reliable information.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599090" y="1143000"/>
            <a:ext cx="10881710" cy="3974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skin disease diagnostic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 deep learning architecture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skin conditions based on uploaded images and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GPT-powered chatbot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structured medical explanations.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visual patterns in dermatological images and generates useful guidance including symptoms, causes, treatment recommendations, and prevention measures.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through a web-based interface, the system is designed to support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screening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improve healthcare accessibility in resource-constrained regions.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demonstrates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91%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proving its potential as a scalable and reliable diagnostic support solution.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82797"/>
            <a:ext cx="10668000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7620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Skin Disease Classification — ResNet50 (Convolutional Neural Network)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skin disease classification module uses a deep convolutional neural network,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automatically identify and classify skin conditions from uploaded images.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consists of 50 layers and uses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connections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allow the network to train efficiently and avoid the vanishing gradient problem.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extracts important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features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variations, texture patterns, lesions, and rashes, to accurately differentiate between multiple skin disease categories.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trained using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CrossEntropyLoss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calculates the error between predicted probabilities and the actual disease labels.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Gradient Descent (SGD) with momentum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optimize the model weights, ensuring stable and effective learning during training.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of 32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balance memory usage and improve training stability.</a:t>
            </a:r>
          </a:p>
        </p:txBody>
      </p:sp>
    </p:spTree>
    <p:extLst>
      <p:ext uri="{BB962C8B-B14F-4D97-AF65-F5344CB8AC3E}">
        <p14:creationId xmlns:p14="http://schemas.microsoft.com/office/powerpoint/2010/main" val="553365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82797"/>
            <a:ext cx="10668000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Classification — ResNet50 (Convolutional Neural Network)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17F94-9FDC-4650-AB7F-82B7DE0C1A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02" b="13388"/>
          <a:stretch/>
        </p:blipFill>
        <p:spPr>
          <a:xfrm>
            <a:off x="1611424" y="1799936"/>
            <a:ext cx="8969151" cy="397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45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57351" y="982797"/>
            <a:ext cx="11834649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Pre-processing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raw image of the skin condition uploaded by the user.</a:t>
            </a:r>
          </a:p>
          <a:p>
            <a:pPr marL="762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Resize and Normalize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image is resized to a fixed dimension (224×224) and normalized so that the pixel values are suitable for the neural network. 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Feature Extraction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Layers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These layers perform convolution operations to detect features like edges, textures, and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variations.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Residual Blocks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step captures complex patterns required to distinguish between skin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diseases.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Classification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After feature extraction, the network uses a fully connected layer to combine features &amp; prepare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them for classification.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layer converts the output of the fully connected layer into a probability distribution across all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possible skin disease classes.</a:t>
            </a:r>
          </a:p>
          <a:p>
            <a:pPr marL="762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Predicted Disease Class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class with the highest probability is selected as the predicted skin disease.</a:t>
            </a:r>
          </a:p>
        </p:txBody>
      </p:sp>
    </p:spTree>
    <p:extLst>
      <p:ext uri="{BB962C8B-B14F-4D97-AF65-F5344CB8AC3E}">
        <p14:creationId xmlns:p14="http://schemas.microsoft.com/office/powerpoint/2010/main" val="539663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82797"/>
            <a:ext cx="10668000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Chatbot Response Generation — GPT-4o-mini</a:t>
            </a:r>
          </a:p>
          <a:p>
            <a:pPr marL="76200" indent="0">
              <a:buNone/>
            </a:pPr>
            <a:endParaRPr lang="en-GB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module uses </a:t>
            </a:r>
            <a:r>
              <a:rPr lang="en-GB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GPT-4o-mini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step-by-step and user-friendly explanations about the predicted skin disease.</a:t>
            </a:r>
          </a:p>
          <a:p>
            <a:pPr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applies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that the AI response is structured and covers the disease definition, causes, key symptoms, treatment steps, and preventive measures.</a:t>
            </a:r>
          </a:p>
          <a:p>
            <a:pPr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predicted disease and the user query are used as input to the GPT model, which generates a well-organized response in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bullet-point format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allows the user to easily understand the condition and follow recommended guidelines.</a:t>
            </a:r>
          </a:p>
        </p:txBody>
      </p:sp>
    </p:spTree>
    <p:extLst>
      <p:ext uri="{BB962C8B-B14F-4D97-AF65-F5344CB8AC3E}">
        <p14:creationId xmlns:p14="http://schemas.microsoft.com/office/powerpoint/2010/main" val="52453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82797"/>
            <a:ext cx="10668000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Chatbot Response Generation — GPT-4o-mini</a:t>
            </a:r>
          </a:p>
          <a:p>
            <a:pPr marL="76200" indent="0">
              <a:buNone/>
            </a:pPr>
            <a:endParaRPr lang="en-GB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895AD3-B65B-4662-81B6-D9B00520A5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691"/>
          <a:stretch>
            <a:fillRect/>
          </a:stretch>
        </p:blipFill>
        <p:spPr>
          <a:xfrm>
            <a:off x="1754113" y="2010749"/>
            <a:ext cx="8471338" cy="351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61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82797"/>
            <a:ext cx="10668000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 Preparation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Disease and User Query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module takes the disease predicted by ResNet50 and the user’s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question about the condition as input.</a:t>
            </a:r>
          </a:p>
          <a:p>
            <a:pPr marL="76200" indent="0" algn="just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Prompt Construction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structured prompt is created for GPT-4o-mini. This prompt guides the AI to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provide a step-by-step, clear, and comprehensive answer.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Processing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GPT-4o-mini API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AI model processes the prompt. It leverages its natural language understanding to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generate a human-readable response in a structured format.</a:t>
            </a:r>
          </a:p>
          <a:p>
            <a:pPr marL="762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Generate Step-by-Step Response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model outputs the response covering what the disease is, its causes,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symptoms, treatment, and prevention.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Output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to User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generated response is displayed in the web application interface for the user to read and</a:t>
            </a:r>
          </a:p>
          <a:p>
            <a:pPr marL="7620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follow. This module ensures that the user receives actionable information in an easy-to-understand format.</a:t>
            </a:r>
          </a:p>
        </p:txBody>
      </p:sp>
    </p:spTree>
    <p:extLst>
      <p:ext uri="{BB962C8B-B14F-4D97-AF65-F5344CB8AC3E}">
        <p14:creationId xmlns:p14="http://schemas.microsoft.com/office/powerpoint/2010/main" val="1084053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D4C0166-FE0F-554B-CE4D-7AD3EF0F4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63" y="1412872"/>
            <a:ext cx="1063107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training process was successful, as the training loss consistently decreased from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4.17 to 0.66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the model effectively learned from the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achieved an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91.43% on the training data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reflects strong performance in capturing the underlying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reduction in loss and high accuracy indicate strong convergence, meaning the model is now capable of making accurate predictions on unseen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used, the output will provide predictions in the form of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results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example, identifying the correct category of input data).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with predictions, the user will also see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accuracy, precision, recall, and F1-score, which provide a clear measure of how well the model is performing.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results show that the trained model is ready for deployment and will deliver reliable outputs that are easy for end-users to interpret.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6DDA4-D3F9-BC7C-FA93-0465CA3923D6}"/>
              </a:ext>
            </a:extLst>
          </p:cNvPr>
          <p:cNvSpPr txBox="1"/>
          <p:nvPr/>
        </p:nvSpPr>
        <p:spPr>
          <a:xfrm>
            <a:off x="903409" y="294520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Results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69555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059545B-05DF-F511-DCF2-6DD42AFB2D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3577639"/>
              </p:ext>
            </p:extLst>
          </p:nvPr>
        </p:nvGraphicFramePr>
        <p:xfrm>
          <a:off x="240811" y="1521068"/>
          <a:ext cx="11710377" cy="4082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981C-1355-3F80-D006-5CDD27E5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Images</a:t>
            </a:r>
          </a:p>
        </p:txBody>
      </p:sp>
      <p:pic>
        <p:nvPicPr>
          <p:cNvPr id="4" name="Image 77">
            <a:extLst>
              <a:ext uri="{FF2B5EF4-FFF2-40B4-BE49-F238E27FC236}">
                <a16:creationId xmlns:a16="http://schemas.microsoft.com/office/drawing/2014/main" id="{E4818882-3AEC-BD42-3FF2-2BC95334294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7600" y="1106560"/>
            <a:ext cx="4197375" cy="2146594"/>
          </a:xfrm>
          <a:prstGeom prst="rect">
            <a:avLst/>
          </a:prstGeom>
        </p:spPr>
      </p:pic>
      <p:pic>
        <p:nvPicPr>
          <p:cNvPr id="5" name="Image 78">
            <a:extLst>
              <a:ext uri="{FF2B5EF4-FFF2-40B4-BE49-F238E27FC236}">
                <a16:creationId xmlns:a16="http://schemas.microsoft.com/office/drawing/2014/main" id="{6084A3B0-94D1-5ABB-F7CB-BFD146D3688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49048" y="1273125"/>
            <a:ext cx="4197375" cy="2235005"/>
          </a:xfrm>
          <a:prstGeom prst="rect">
            <a:avLst/>
          </a:prstGeom>
        </p:spPr>
      </p:pic>
      <p:pic>
        <p:nvPicPr>
          <p:cNvPr id="6" name="Image 79">
            <a:extLst>
              <a:ext uri="{FF2B5EF4-FFF2-40B4-BE49-F238E27FC236}">
                <a16:creationId xmlns:a16="http://schemas.microsoft.com/office/drawing/2014/main" id="{4690F0D7-3D0B-296D-8097-A50BDF00EDE3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17600" y="3702221"/>
            <a:ext cx="4076431" cy="2364472"/>
          </a:xfrm>
          <a:prstGeom prst="rect">
            <a:avLst/>
          </a:prstGeom>
        </p:spPr>
      </p:pic>
      <p:pic>
        <p:nvPicPr>
          <p:cNvPr id="7" name="Image 80">
            <a:extLst>
              <a:ext uri="{FF2B5EF4-FFF2-40B4-BE49-F238E27FC236}">
                <a16:creationId xmlns:a16="http://schemas.microsoft.com/office/drawing/2014/main" id="{739B134E-FF93-B2D1-A958-346D9C7CB8B7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749048" y="3702220"/>
            <a:ext cx="4197375" cy="246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96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1329</Words>
  <Application>Microsoft Office PowerPoint</Application>
  <PresentationFormat>Widescreen</PresentationFormat>
  <Paragraphs>120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</vt:lpstr>
      <vt:lpstr>Times New Roman</vt:lpstr>
      <vt:lpstr>Verdana</vt:lpstr>
      <vt:lpstr>Wingdings</vt:lpstr>
      <vt:lpstr>Bioinformatics</vt:lpstr>
      <vt:lpstr>Al-based tool for preliminary diagnosis of Dermatological manifestations</vt:lpstr>
      <vt:lpstr>Content</vt:lpstr>
      <vt:lpstr>Introduction: </vt:lpstr>
      <vt:lpstr>Abstract</vt:lpstr>
      <vt:lpstr>Algorithm Details</vt:lpstr>
      <vt:lpstr>Algorithm Details</vt:lpstr>
      <vt:lpstr>Algorithm Details</vt:lpstr>
      <vt:lpstr>Algorithm Details</vt:lpstr>
      <vt:lpstr>Algorithm Details</vt:lpstr>
      <vt:lpstr>Algorithm Details</vt:lpstr>
      <vt:lpstr>PowerPoint Presentation</vt:lpstr>
      <vt:lpstr>Timeline of the Project</vt:lpstr>
      <vt:lpstr>Images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H-20P3348-NALLIN KUMAR A B</cp:lastModifiedBy>
  <cp:revision>62</cp:revision>
  <dcterms:modified xsi:type="dcterms:W3CDTF">2025-12-02T04:35:38Z</dcterms:modified>
</cp:coreProperties>
</file>