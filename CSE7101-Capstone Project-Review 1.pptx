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69" r:id="rId3"/>
    <p:sldId id="257" r:id="rId4"/>
    <p:sldId id="273" r:id="rId5"/>
    <p:sldId id="268" r:id="rId6"/>
    <p:sldId id="272" r:id="rId7"/>
    <p:sldId id="271" r:id="rId8"/>
    <p:sldId id="270" r:id="rId9"/>
    <p:sldId id="265" r:id="rId10"/>
    <p:sldId id="266"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B9AACA-12ED-45D7-9382-CF0900B5639F}" type="doc">
      <dgm:prSet loTypeId="urn:microsoft.com/office/officeart/2011/layout/InterconnectedBlockProcess" loCatId="process" qsTypeId="urn:microsoft.com/office/officeart/2005/8/quickstyle/simple1" qsCatId="simple" csTypeId="urn:microsoft.com/office/officeart/2005/8/colors/accent1_2" csCatId="accent1" phldr="1"/>
      <dgm:spPr/>
      <dgm:t>
        <a:bodyPr/>
        <a:lstStyle/>
        <a:p>
          <a:endParaRPr lang="en-IN"/>
        </a:p>
      </dgm:t>
    </dgm:pt>
    <dgm:pt modelId="{D168EEA2-0B91-49B7-85FD-9F34C4ADD1CD}">
      <dgm:prSet phldrT="[Text]"/>
      <dgm:spPr/>
      <dgm:t>
        <a:bodyPr/>
        <a:lstStyle/>
        <a:p>
          <a:r>
            <a:rPr lang="en-IN" dirty="0"/>
            <a:t>Review 1</a:t>
          </a:r>
        </a:p>
      </dgm:t>
    </dgm:pt>
    <dgm:pt modelId="{BFDF3CA8-FDCA-46ED-ADE1-11DAC1B0F237}" type="parTrans" cxnId="{E0614D55-9F1B-47D0-8D1C-1EBABA523B03}">
      <dgm:prSet/>
      <dgm:spPr/>
      <dgm:t>
        <a:bodyPr/>
        <a:lstStyle/>
        <a:p>
          <a:endParaRPr lang="en-IN"/>
        </a:p>
      </dgm:t>
    </dgm:pt>
    <dgm:pt modelId="{026A5A93-4FD7-461B-8C16-D307672B704E}" type="sibTrans" cxnId="{E0614D55-9F1B-47D0-8D1C-1EBABA523B03}">
      <dgm:prSet/>
      <dgm:spPr/>
      <dgm:t>
        <a:bodyPr/>
        <a:lstStyle/>
        <a:p>
          <a:endParaRPr lang="en-IN"/>
        </a:p>
      </dgm:t>
    </dgm:pt>
    <dgm:pt modelId="{57F066AE-1C38-45EF-9904-F33020AB6821}">
      <dgm:prSet phldrT="[Text]" custT="1"/>
      <dgm:spPr/>
      <dgm:t>
        <a:bodyPr/>
        <a:lstStyle/>
        <a:p>
          <a:pPr algn="l">
            <a:buFont typeface="Arial" panose="020B0604020202020204" pitchFamily="34" charset="0"/>
            <a:buChar char="•"/>
          </a:pPr>
          <a:r>
            <a:rPr lang="en-IN" sz="1400" b="0" dirty="0"/>
            <a:t>Problem statement objectives.</a:t>
          </a:r>
        </a:p>
      </dgm:t>
    </dgm:pt>
    <dgm:pt modelId="{F15C6109-9295-4A67-A5DD-CBBA30721E4E}" type="parTrans" cxnId="{C50AFD34-C35D-4D7C-8A45-10432E777717}">
      <dgm:prSet/>
      <dgm:spPr/>
      <dgm:t>
        <a:bodyPr/>
        <a:lstStyle/>
        <a:p>
          <a:endParaRPr lang="en-IN"/>
        </a:p>
      </dgm:t>
    </dgm:pt>
    <dgm:pt modelId="{91ED4030-C6F6-4F63-B6AC-B51B0FF3A2A8}" type="sibTrans" cxnId="{C50AFD34-C35D-4D7C-8A45-10432E777717}">
      <dgm:prSet/>
      <dgm:spPr/>
      <dgm:t>
        <a:bodyPr/>
        <a:lstStyle/>
        <a:p>
          <a:endParaRPr lang="en-IN"/>
        </a:p>
      </dgm:t>
    </dgm:pt>
    <dgm:pt modelId="{88B73A3B-A72D-430E-800C-B4EE2409D073}">
      <dgm:prSet phldrT="[Text]"/>
      <dgm:spPr/>
      <dgm:t>
        <a:bodyPr/>
        <a:lstStyle/>
        <a:p>
          <a:r>
            <a:rPr lang="en-IN" dirty="0"/>
            <a:t>Review 2</a:t>
          </a:r>
        </a:p>
      </dgm:t>
    </dgm:pt>
    <dgm:pt modelId="{9FE3D4A4-B74E-4D68-A85F-C27A34729BEB}" type="parTrans" cxnId="{F6CC2375-6DA5-45E3-8091-887D1194C9A6}">
      <dgm:prSet/>
      <dgm:spPr/>
      <dgm:t>
        <a:bodyPr/>
        <a:lstStyle/>
        <a:p>
          <a:endParaRPr lang="en-IN"/>
        </a:p>
      </dgm:t>
    </dgm:pt>
    <dgm:pt modelId="{EE401022-DE69-4505-B40B-23CEF090CDCC}" type="sibTrans" cxnId="{F6CC2375-6DA5-45E3-8091-887D1194C9A6}">
      <dgm:prSet/>
      <dgm:spPr/>
      <dgm:t>
        <a:bodyPr/>
        <a:lstStyle/>
        <a:p>
          <a:endParaRPr lang="en-IN"/>
        </a:p>
      </dgm:t>
    </dgm:pt>
    <dgm:pt modelId="{15CB87DC-631D-4A26-B026-704F66BEB045}">
      <dgm:prSet phldrT="[Text]" custT="1"/>
      <dgm:spPr/>
      <dgm:t>
        <a:bodyPr/>
        <a:lstStyle/>
        <a:p>
          <a:pPr algn="l">
            <a:buNone/>
          </a:pPr>
          <a:r>
            <a:rPr lang="en-US" sz="1400" b="0" dirty="0"/>
            <a:t>Basic ML model skin disease classification.</a:t>
          </a:r>
          <a:endParaRPr lang="en-IN" sz="1400" b="0" dirty="0"/>
        </a:p>
      </dgm:t>
    </dgm:pt>
    <dgm:pt modelId="{1F901250-4C48-4DC3-A72A-54743BBA9903}" type="parTrans" cxnId="{6F7CB359-1B37-404B-B01B-DBAF1FB23807}">
      <dgm:prSet/>
      <dgm:spPr/>
      <dgm:t>
        <a:bodyPr/>
        <a:lstStyle/>
        <a:p>
          <a:endParaRPr lang="en-IN"/>
        </a:p>
      </dgm:t>
    </dgm:pt>
    <dgm:pt modelId="{6891609F-593A-4337-9664-73E9F4B3D52A}" type="sibTrans" cxnId="{6F7CB359-1B37-404B-B01B-DBAF1FB23807}">
      <dgm:prSet/>
      <dgm:spPr/>
      <dgm:t>
        <a:bodyPr/>
        <a:lstStyle/>
        <a:p>
          <a:endParaRPr lang="en-IN"/>
        </a:p>
      </dgm:t>
    </dgm:pt>
    <dgm:pt modelId="{CE78B3F6-EC18-438A-965F-E0E7954B8792}">
      <dgm:prSet phldrT="[Text]"/>
      <dgm:spPr/>
      <dgm:t>
        <a:bodyPr/>
        <a:lstStyle/>
        <a:p>
          <a:r>
            <a:rPr lang="en-IN" dirty="0"/>
            <a:t>Review 3</a:t>
          </a:r>
        </a:p>
      </dgm:t>
    </dgm:pt>
    <dgm:pt modelId="{FC5C70B7-354E-467F-A087-94503387AD6D}" type="parTrans" cxnId="{BF6814C7-D7E8-46B4-8B36-EB9BE2C3F0D3}">
      <dgm:prSet/>
      <dgm:spPr/>
      <dgm:t>
        <a:bodyPr/>
        <a:lstStyle/>
        <a:p>
          <a:endParaRPr lang="en-IN"/>
        </a:p>
      </dgm:t>
    </dgm:pt>
    <dgm:pt modelId="{A75A23D5-2605-42CB-B821-733B4193B3DE}" type="sibTrans" cxnId="{BF6814C7-D7E8-46B4-8B36-EB9BE2C3F0D3}">
      <dgm:prSet/>
      <dgm:spPr/>
      <dgm:t>
        <a:bodyPr/>
        <a:lstStyle/>
        <a:p>
          <a:endParaRPr lang="en-IN"/>
        </a:p>
      </dgm:t>
    </dgm:pt>
    <dgm:pt modelId="{EC697C30-9154-484B-86CE-8FE7DB032E26}">
      <dgm:prSet phldrT="[Text]" custT="1"/>
      <dgm:spPr/>
      <dgm:t>
        <a:bodyPr/>
        <a:lstStyle/>
        <a:p>
          <a:pPr algn="l"/>
          <a:r>
            <a:rPr lang="en-IN" sz="1400" b="0" dirty="0"/>
            <a:t>Develop a mobile app.</a:t>
          </a:r>
        </a:p>
      </dgm:t>
    </dgm:pt>
    <dgm:pt modelId="{E5CB9EB1-08D0-4963-BAF5-239076CCAFEE}" type="parTrans" cxnId="{0AC24B1A-115B-4F6D-9989-F7D14E0C5A86}">
      <dgm:prSet/>
      <dgm:spPr/>
      <dgm:t>
        <a:bodyPr/>
        <a:lstStyle/>
        <a:p>
          <a:endParaRPr lang="en-IN"/>
        </a:p>
      </dgm:t>
    </dgm:pt>
    <dgm:pt modelId="{13927C08-FDAD-4065-97D6-AC4E3D569CBB}" type="sibTrans" cxnId="{0AC24B1A-115B-4F6D-9989-F7D14E0C5A86}">
      <dgm:prSet/>
      <dgm:spPr/>
      <dgm:t>
        <a:bodyPr/>
        <a:lstStyle/>
        <a:p>
          <a:endParaRPr lang="en-IN"/>
        </a:p>
      </dgm:t>
    </dgm:pt>
    <dgm:pt modelId="{CEF97759-116F-422C-B7CC-7442D34073E8}">
      <dgm:prSet phldrT="[Text]" custT="1"/>
      <dgm:spPr/>
      <dgm:t>
        <a:bodyPr/>
        <a:lstStyle/>
        <a:p>
          <a:pPr algn="l">
            <a:buFont typeface="Arial" panose="020B0604020202020204" pitchFamily="34" charset="0"/>
            <a:buChar char="•"/>
          </a:pPr>
          <a:r>
            <a:rPr lang="en-IN" sz="1400" b="0" dirty="0"/>
            <a:t>Datasets proposed methodology.</a:t>
          </a:r>
        </a:p>
      </dgm:t>
    </dgm:pt>
    <dgm:pt modelId="{0C7EC8F7-02F2-4404-A15B-9F0356AFD396}" type="parTrans" cxnId="{C0C6F73C-6AFD-4D0A-93FA-164ADC8876BA}">
      <dgm:prSet/>
      <dgm:spPr/>
      <dgm:t>
        <a:bodyPr/>
        <a:lstStyle/>
        <a:p>
          <a:endParaRPr lang="en-IN"/>
        </a:p>
      </dgm:t>
    </dgm:pt>
    <dgm:pt modelId="{3842B86A-ACBE-4DEB-9B6D-C6525E2E0A34}" type="sibTrans" cxnId="{C0C6F73C-6AFD-4D0A-93FA-164ADC8876BA}">
      <dgm:prSet/>
      <dgm:spPr/>
      <dgm:t>
        <a:bodyPr/>
        <a:lstStyle/>
        <a:p>
          <a:endParaRPr lang="en-IN"/>
        </a:p>
      </dgm:t>
    </dgm:pt>
    <dgm:pt modelId="{EB14021E-031C-4F51-8A6B-8471BBE3DB13}">
      <dgm:prSet phldrT="[Text]" custT="1"/>
      <dgm:spPr/>
      <dgm:t>
        <a:bodyPr/>
        <a:lstStyle/>
        <a:p>
          <a:pPr algn="l">
            <a:buFont typeface="Arial" panose="020B0604020202020204" pitchFamily="34" charset="0"/>
            <a:buChar char="•"/>
          </a:pPr>
          <a:r>
            <a:rPr lang="en-IN" sz="1400" b="0" dirty="0"/>
            <a:t>Project objective and scope documentation.</a:t>
          </a:r>
        </a:p>
      </dgm:t>
    </dgm:pt>
    <dgm:pt modelId="{8997CAF9-A0F7-4489-B082-CF11B0F6CF2F}" type="parTrans" cxnId="{D4F9802F-AE3F-49D1-AF29-F74264A5AC65}">
      <dgm:prSet/>
      <dgm:spPr/>
      <dgm:t>
        <a:bodyPr/>
        <a:lstStyle/>
        <a:p>
          <a:endParaRPr lang="en-IN"/>
        </a:p>
      </dgm:t>
    </dgm:pt>
    <dgm:pt modelId="{ECAD1E64-4655-4041-807E-706200C63992}" type="sibTrans" cxnId="{D4F9802F-AE3F-49D1-AF29-F74264A5AC65}">
      <dgm:prSet/>
      <dgm:spPr/>
      <dgm:t>
        <a:bodyPr/>
        <a:lstStyle/>
        <a:p>
          <a:endParaRPr lang="en-IN"/>
        </a:p>
      </dgm:t>
    </dgm:pt>
    <dgm:pt modelId="{74D8877A-B57B-4630-B9B9-7D0FD9944475}">
      <dgm:prSet phldrT="[Text]" custT="1"/>
      <dgm:spPr/>
      <dgm:t>
        <a:bodyPr/>
        <a:lstStyle/>
        <a:p>
          <a:pPr algn="l">
            <a:buFont typeface="Arial" panose="020B0604020202020204" pitchFamily="34" charset="0"/>
            <a:buChar char="•"/>
          </a:pPr>
          <a:r>
            <a:rPr lang="en-IN" sz="1400" b="0" dirty="0"/>
            <a:t>Initial presentation of approach and planned tech stack.</a:t>
          </a:r>
        </a:p>
      </dgm:t>
    </dgm:pt>
    <dgm:pt modelId="{0842C704-018F-4E27-8F0A-054CD4D161FA}" type="parTrans" cxnId="{BA7D7320-4C57-4861-BD46-5CA5002CA371}">
      <dgm:prSet/>
      <dgm:spPr/>
      <dgm:t>
        <a:bodyPr/>
        <a:lstStyle/>
        <a:p>
          <a:endParaRPr lang="en-IN"/>
        </a:p>
      </dgm:t>
    </dgm:pt>
    <dgm:pt modelId="{3FB80704-002A-4D5B-ACFB-3D8AE1E2962B}" type="sibTrans" cxnId="{BA7D7320-4C57-4861-BD46-5CA5002CA371}">
      <dgm:prSet/>
      <dgm:spPr/>
      <dgm:t>
        <a:bodyPr/>
        <a:lstStyle/>
        <a:p>
          <a:endParaRPr lang="en-IN"/>
        </a:p>
      </dgm:t>
    </dgm:pt>
    <dgm:pt modelId="{0707A9D3-8076-403E-B7D2-B2A4F57D384C}">
      <dgm:prSet phldrT="[Text]" custT="1"/>
      <dgm:spPr/>
      <dgm:t>
        <a:bodyPr/>
        <a:lstStyle/>
        <a:p>
          <a:pPr algn="l">
            <a:buFont typeface="Arial" panose="020B0604020202020204" pitchFamily="34" charset="0"/>
            <a:buChar char="•"/>
          </a:pPr>
          <a:endParaRPr lang="en-IN" sz="1400" b="0" dirty="0"/>
        </a:p>
      </dgm:t>
    </dgm:pt>
    <dgm:pt modelId="{1707A8C7-C2A8-40AD-9AE0-B0350B1E0056}" type="parTrans" cxnId="{86E5009A-E855-4D79-974A-D2AF13AE07C2}">
      <dgm:prSet/>
      <dgm:spPr/>
      <dgm:t>
        <a:bodyPr/>
        <a:lstStyle/>
        <a:p>
          <a:endParaRPr lang="en-IN"/>
        </a:p>
      </dgm:t>
    </dgm:pt>
    <dgm:pt modelId="{CA40EEC6-F46E-4036-9C70-7EF3CD56C652}" type="sibTrans" cxnId="{86E5009A-E855-4D79-974A-D2AF13AE07C2}">
      <dgm:prSet/>
      <dgm:spPr/>
      <dgm:t>
        <a:bodyPr/>
        <a:lstStyle/>
        <a:p>
          <a:endParaRPr lang="en-IN"/>
        </a:p>
      </dgm:t>
    </dgm:pt>
    <dgm:pt modelId="{A65A4DE7-A071-4A96-80E0-5158A5DA8D34}">
      <dgm:prSet phldrT="[Text]" custT="1"/>
      <dgm:spPr/>
      <dgm:t>
        <a:bodyPr/>
        <a:lstStyle/>
        <a:p>
          <a:pPr algn="l">
            <a:buFont typeface="Arial" panose="020B0604020202020204" pitchFamily="34" charset="0"/>
            <a:buChar char="•"/>
          </a:pPr>
          <a:endParaRPr lang="en-IN" sz="1400" b="0" dirty="0"/>
        </a:p>
      </dgm:t>
    </dgm:pt>
    <dgm:pt modelId="{35C79F37-3F20-4AFF-AC56-0970FB7ED867}" type="parTrans" cxnId="{7A4619BF-FB91-42F1-A3BA-70F70DB5D1E4}">
      <dgm:prSet/>
      <dgm:spPr/>
      <dgm:t>
        <a:bodyPr/>
        <a:lstStyle/>
        <a:p>
          <a:endParaRPr lang="en-IN"/>
        </a:p>
      </dgm:t>
    </dgm:pt>
    <dgm:pt modelId="{E367E273-F047-4056-AC23-F3FC113F5B05}" type="sibTrans" cxnId="{7A4619BF-FB91-42F1-A3BA-70F70DB5D1E4}">
      <dgm:prSet/>
      <dgm:spPr/>
      <dgm:t>
        <a:bodyPr/>
        <a:lstStyle/>
        <a:p>
          <a:endParaRPr lang="en-IN"/>
        </a:p>
      </dgm:t>
    </dgm:pt>
    <dgm:pt modelId="{E6E3A426-BF2C-4DAA-94C5-738615FACE1F}">
      <dgm:prSet phldrT="[Text]" custT="1"/>
      <dgm:spPr/>
      <dgm:t>
        <a:bodyPr/>
        <a:lstStyle/>
        <a:p>
          <a:pPr algn="l">
            <a:buFont typeface="Arial" panose="020B0604020202020204" pitchFamily="34" charset="0"/>
            <a:buChar char="•"/>
          </a:pPr>
          <a:endParaRPr lang="en-IN" sz="1400" b="0" dirty="0"/>
        </a:p>
      </dgm:t>
    </dgm:pt>
    <dgm:pt modelId="{1530AC06-2A53-4BD7-A3D2-83FDD7129458}" type="parTrans" cxnId="{CCC1249C-23A7-4368-97B5-A0AB6B25A5B1}">
      <dgm:prSet/>
      <dgm:spPr/>
      <dgm:t>
        <a:bodyPr/>
        <a:lstStyle/>
        <a:p>
          <a:endParaRPr lang="en-IN"/>
        </a:p>
      </dgm:t>
    </dgm:pt>
    <dgm:pt modelId="{6D6DE961-30C7-4A8E-B1D0-1EBC88DE217A}" type="sibTrans" cxnId="{CCC1249C-23A7-4368-97B5-A0AB6B25A5B1}">
      <dgm:prSet/>
      <dgm:spPr/>
      <dgm:t>
        <a:bodyPr/>
        <a:lstStyle/>
        <a:p>
          <a:endParaRPr lang="en-IN"/>
        </a:p>
      </dgm:t>
    </dgm:pt>
    <dgm:pt modelId="{9192DB5A-887B-46D9-B6A7-758A5773348A}">
      <dgm:prSet phldrT="[Text]" custT="1"/>
      <dgm:spPr/>
      <dgm:t>
        <a:bodyPr/>
        <a:lstStyle/>
        <a:p>
          <a:pPr algn="l">
            <a:buNone/>
          </a:pPr>
          <a:r>
            <a:rPr lang="en-IN" sz="1400" b="0" dirty="0"/>
            <a:t>Host the model on server backend.</a:t>
          </a:r>
        </a:p>
      </dgm:t>
    </dgm:pt>
    <dgm:pt modelId="{E3C5CBD1-979B-44B9-AD71-9FB0E81BC59F}" type="parTrans" cxnId="{14C1F6A2-BBBF-4128-A219-26E450279C69}">
      <dgm:prSet/>
      <dgm:spPr/>
      <dgm:t>
        <a:bodyPr/>
        <a:lstStyle/>
        <a:p>
          <a:endParaRPr lang="en-IN"/>
        </a:p>
      </dgm:t>
    </dgm:pt>
    <dgm:pt modelId="{A4706F23-3176-423B-9410-AA95444333AA}" type="sibTrans" cxnId="{14C1F6A2-BBBF-4128-A219-26E450279C69}">
      <dgm:prSet/>
      <dgm:spPr/>
      <dgm:t>
        <a:bodyPr/>
        <a:lstStyle/>
        <a:p>
          <a:endParaRPr lang="en-IN"/>
        </a:p>
      </dgm:t>
    </dgm:pt>
    <dgm:pt modelId="{DEE23C52-7F06-4BEC-9B32-61E203D116DE}">
      <dgm:prSet phldrT="[Text]" custT="1"/>
      <dgm:spPr/>
      <dgm:t>
        <a:bodyPr/>
        <a:lstStyle/>
        <a:p>
          <a:pPr algn="l">
            <a:buNone/>
          </a:pPr>
          <a:endParaRPr lang="en-IN" sz="1400" b="0" dirty="0"/>
        </a:p>
      </dgm:t>
    </dgm:pt>
    <dgm:pt modelId="{E4CE8640-C5C2-4E28-B389-A0AA38A12BFB}" type="parTrans" cxnId="{81704D63-11B1-472C-8098-6EE3A2CB7F56}">
      <dgm:prSet/>
      <dgm:spPr/>
      <dgm:t>
        <a:bodyPr/>
        <a:lstStyle/>
        <a:p>
          <a:endParaRPr lang="en-IN"/>
        </a:p>
      </dgm:t>
    </dgm:pt>
    <dgm:pt modelId="{5C6933F0-CD71-43D0-91FA-4C3FABC35999}" type="sibTrans" cxnId="{81704D63-11B1-472C-8098-6EE3A2CB7F56}">
      <dgm:prSet/>
      <dgm:spPr/>
      <dgm:t>
        <a:bodyPr/>
        <a:lstStyle/>
        <a:p>
          <a:endParaRPr lang="en-IN"/>
        </a:p>
      </dgm:t>
    </dgm:pt>
    <dgm:pt modelId="{50531A58-D644-47C2-9DFE-F22DAAE5E1F0}">
      <dgm:prSet phldrT="[Text]" custT="1"/>
      <dgm:spPr/>
      <dgm:t>
        <a:bodyPr/>
        <a:lstStyle/>
        <a:p>
          <a:pPr algn="l">
            <a:buNone/>
          </a:pPr>
          <a:r>
            <a:rPr lang="en-IN" sz="1400" b="0" dirty="0"/>
            <a:t>Create a simple web interface where users can upload an image.</a:t>
          </a:r>
        </a:p>
      </dgm:t>
    </dgm:pt>
    <dgm:pt modelId="{4944CCA1-1E5B-4ACF-B661-61E3E804321D}" type="parTrans" cxnId="{71846F56-5662-47C6-AEA0-840D19F1332D}">
      <dgm:prSet/>
      <dgm:spPr/>
      <dgm:t>
        <a:bodyPr/>
        <a:lstStyle/>
        <a:p>
          <a:endParaRPr lang="en-IN"/>
        </a:p>
      </dgm:t>
    </dgm:pt>
    <dgm:pt modelId="{14D8778B-24EE-43AC-A93F-3EF62FD19305}" type="sibTrans" cxnId="{71846F56-5662-47C6-AEA0-840D19F1332D}">
      <dgm:prSet/>
      <dgm:spPr/>
      <dgm:t>
        <a:bodyPr/>
        <a:lstStyle/>
        <a:p>
          <a:endParaRPr lang="en-IN"/>
        </a:p>
      </dgm:t>
    </dgm:pt>
    <dgm:pt modelId="{526BF396-8E1B-4DEE-9620-8EF53C715DAC}">
      <dgm:prSet phldrT="[Text]" custT="1"/>
      <dgm:spPr/>
      <dgm:t>
        <a:bodyPr/>
        <a:lstStyle/>
        <a:p>
          <a:pPr algn="l">
            <a:buNone/>
          </a:pPr>
          <a:endParaRPr lang="en-IN" sz="1400" b="0" dirty="0"/>
        </a:p>
      </dgm:t>
    </dgm:pt>
    <dgm:pt modelId="{A4F16779-E1D3-4B79-BCB8-E692CE993748}" type="parTrans" cxnId="{24161E33-0684-44DD-90BB-A52B98257A0A}">
      <dgm:prSet/>
      <dgm:spPr/>
      <dgm:t>
        <a:bodyPr/>
        <a:lstStyle/>
        <a:p>
          <a:endParaRPr lang="en-IN"/>
        </a:p>
      </dgm:t>
    </dgm:pt>
    <dgm:pt modelId="{677B7858-2825-45C5-85B9-A2B423530EBA}" type="sibTrans" cxnId="{24161E33-0684-44DD-90BB-A52B98257A0A}">
      <dgm:prSet/>
      <dgm:spPr/>
      <dgm:t>
        <a:bodyPr/>
        <a:lstStyle/>
        <a:p>
          <a:endParaRPr lang="en-IN"/>
        </a:p>
      </dgm:t>
    </dgm:pt>
    <dgm:pt modelId="{5EEF1322-2951-4E8D-BFC6-91B9C63C3288}">
      <dgm:prSet phldrT="[Text]" custT="1"/>
      <dgm:spPr/>
      <dgm:t>
        <a:bodyPr/>
        <a:lstStyle/>
        <a:p>
          <a:pPr algn="l">
            <a:buNone/>
          </a:pPr>
          <a:r>
            <a:rPr lang="en-IN" sz="1400" b="0" dirty="0"/>
            <a:t>Working demo of model prediction via web page.</a:t>
          </a:r>
        </a:p>
      </dgm:t>
    </dgm:pt>
    <dgm:pt modelId="{5B493EDE-3547-4714-A0B5-BCA1D7377265}" type="parTrans" cxnId="{CE6286DD-83C5-4518-9C87-A91862FC681A}">
      <dgm:prSet/>
      <dgm:spPr/>
      <dgm:t>
        <a:bodyPr/>
        <a:lstStyle/>
        <a:p>
          <a:endParaRPr lang="en-IN"/>
        </a:p>
      </dgm:t>
    </dgm:pt>
    <dgm:pt modelId="{65F62997-1544-446C-A0E6-D5D858EC25AA}" type="sibTrans" cxnId="{CE6286DD-83C5-4518-9C87-A91862FC681A}">
      <dgm:prSet/>
      <dgm:spPr/>
      <dgm:t>
        <a:bodyPr/>
        <a:lstStyle/>
        <a:p>
          <a:endParaRPr lang="en-IN"/>
        </a:p>
      </dgm:t>
    </dgm:pt>
    <dgm:pt modelId="{6036F055-8E5C-4578-B543-AFA64A862112}">
      <dgm:prSet phldrT="[Text]" custT="1"/>
      <dgm:spPr/>
      <dgm:t>
        <a:bodyPr/>
        <a:lstStyle/>
        <a:p>
          <a:pPr algn="l">
            <a:buNone/>
          </a:pPr>
          <a:endParaRPr lang="en-IN" sz="1400" b="0" dirty="0"/>
        </a:p>
      </dgm:t>
    </dgm:pt>
    <dgm:pt modelId="{0D23B098-C600-4CF5-AAD1-B5D5E0677AFF}" type="parTrans" cxnId="{EBACD051-406D-4DD7-8B09-6AED2CA4C1F0}">
      <dgm:prSet/>
      <dgm:spPr/>
      <dgm:t>
        <a:bodyPr/>
        <a:lstStyle/>
        <a:p>
          <a:endParaRPr lang="en-IN"/>
        </a:p>
      </dgm:t>
    </dgm:pt>
    <dgm:pt modelId="{E6D57092-1D3F-4A48-8C13-BABA71CFB3FC}" type="sibTrans" cxnId="{EBACD051-406D-4DD7-8B09-6AED2CA4C1F0}">
      <dgm:prSet/>
      <dgm:spPr/>
      <dgm:t>
        <a:bodyPr/>
        <a:lstStyle/>
        <a:p>
          <a:endParaRPr lang="en-IN"/>
        </a:p>
      </dgm:t>
    </dgm:pt>
    <dgm:pt modelId="{82732964-050D-4BBE-82E3-A4FB0EF4947F}">
      <dgm:prSet phldrT="[Text]" custT="1"/>
      <dgm:spPr/>
      <dgm:t>
        <a:bodyPr/>
        <a:lstStyle/>
        <a:p>
          <a:pPr algn="l"/>
          <a:r>
            <a:rPr lang="en-IN" sz="1400" b="0" dirty="0"/>
            <a:t>Integrate the ML model into the app using TensorFlow Lite for offline prediction.</a:t>
          </a:r>
        </a:p>
      </dgm:t>
    </dgm:pt>
    <dgm:pt modelId="{C585E9DE-8EC8-4FE1-AD12-DB1695B637E3}" type="parTrans" cxnId="{00241578-CA64-434B-8230-0086A58AF31F}">
      <dgm:prSet/>
      <dgm:spPr/>
      <dgm:t>
        <a:bodyPr/>
        <a:lstStyle/>
        <a:p>
          <a:endParaRPr lang="en-IN"/>
        </a:p>
      </dgm:t>
    </dgm:pt>
    <dgm:pt modelId="{31D930DA-5923-40E4-96E8-9439C87A588D}" type="sibTrans" cxnId="{00241578-CA64-434B-8230-0086A58AF31F}">
      <dgm:prSet/>
      <dgm:spPr/>
      <dgm:t>
        <a:bodyPr/>
        <a:lstStyle/>
        <a:p>
          <a:endParaRPr lang="en-IN"/>
        </a:p>
      </dgm:t>
    </dgm:pt>
    <dgm:pt modelId="{14C8A092-E696-4013-8F8C-83D0A11FEE47}">
      <dgm:prSet phldrT="[Text]" custT="1"/>
      <dgm:spPr/>
      <dgm:t>
        <a:bodyPr/>
        <a:lstStyle/>
        <a:p>
          <a:pPr algn="l"/>
          <a:endParaRPr lang="en-IN" sz="1400" b="0" dirty="0"/>
        </a:p>
      </dgm:t>
    </dgm:pt>
    <dgm:pt modelId="{1029DEC3-F8A1-4701-9F5B-B4C0DE69C16A}" type="parTrans" cxnId="{2DFC0763-CC66-4B1B-878B-68EB73B82A64}">
      <dgm:prSet/>
      <dgm:spPr/>
      <dgm:t>
        <a:bodyPr/>
        <a:lstStyle/>
        <a:p>
          <a:endParaRPr lang="en-IN"/>
        </a:p>
      </dgm:t>
    </dgm:pt>
    <dgm:pt modelId="{88EB458E-E975-47AE-9688-5E3ADD7C7214}" type="sibTrans" cxnId="{2DFC0763-CC66-4B1B-878B-68EB73B82A64}">
      <dgm:prSet/>
      <dgm:spPr/>
      <dgm:t>
        <a:bodyPr/>
        <a:lstStyle/>
        <a:p>
          <a:endParaRPr lang="en-IN"/>
        </a:p>
      </dgm:t>
    </dgm:pt>
    <dgm:pt modelId="{280C704E-B56C-4183-812E-15EB71BACEA1}">
      <dgm:prSet phldrT="[Text]" custT="1"/>
      <dgm:spPr/>
      <dgm:t>
        <a:bodyPr/>
        <a:lstStyle/>
        <a:p>
          <a:pPr algn="l"/>
          <a:r>
            <a:rPr lang="en-IN" sz="1400" b="0" dirty="0"/>
            <a:t>Fully functional mobile App prototype.</a:t>
          </a:r>
        </a:p>
      </dgm:t>
    </dgm:pt>
    <dgm:pt modelId="{B90115FB-DE7A-4738-BA52-2C4852233D97}" type="parTrans" cxnId="{FDA22732-A3E8-4E10-BAD1-DBFF1841F79F}">
      <dgm:prSet/>
      <dgm:spPr/>
      <dgm:t>
        <a:bodyPr/>
        <a:lstStyle/>
        <a:p>
          <a:endParaRPr lang="en-IN"/>
        </a:p>
      </dgm:t>
    </dgm:pt>
    <dgm:pt modelId="{2492202E-4BF3-4688-B720-A175DDB1B96A}" type="sibTrans" cxnId="{FDA22732-A3E8-4E10-BAD1-DBFF1841F79F}">
      <dgm:prSet/>
      <dgm:spPr/>
      <dgm:t>
        <a:bodyPr/>
        <a:lstStyle/>
        <a:p>
          <a:endParaRPr lang="en-IN"/>
        </a:p>
      </dgm:t>
    </dgm:pt>
    <dgm:pt modelId="{8E2BF931-62E2-4D25-A917-3A89C9880DC7}">
      <dgm:prSet phldrT="[Text]" custT="1"/>
      <dgm:spPr/>
      <dgm:t>
        <a:bodyPr/>
        <a:lstStyle/>
        <a:p>
          <a:pPr algn="l"/>
          <a:endParaRPr lang="en-IN" sz="1400" b="0" dirty="0"/>
        </a:p>
      </dgm:t>
    </dgm:pt>
    <dgm:pt modelId="{EA886C4E-452C-4E70-9F13-71F65BBC6ADA}" type="parTrans" cxnId="{5E9F258A-95D0-4E51-AB20-26525D37C8AF}">
      <dgm:prSet/>
      <dgm:spPr/>
      <dgm:t>
        <a:bodyPr/>
        <a:lstStyle/>
        <a:p>
          <a:endParaRPr lang="en-IN"/>
        </a:p>
      </dgm:t>
    </dgm:pt>
    <dgm:pt modelId="{C02FFBC5-4F87-4A44-AF52-263DD7736889}" type="sibTrans" cxnId="{5E9F258A-95D0-4E51-AB20-26525D37C8AF}">
      <dgm:prSet/>
      <dgm:spPr/>
      <dgm:t>
        <a:bodyPr/>
        <a:lstStyle/>
        <a:p>
          <a:endParaRPr lang="en-IN"/>
        </a:p>
      </dgm:t>
    </dgm:pt>
    <dgm:pt modelId="{9FFFF1EA-3BFE-42E8-AD02-22F7E52550F3}">
      <dgm:prSet phldrT="[Text]" custT="1"/>
      <dgm:spPr/>
      <dgm:t>
        <a:bodyPr/>
        <a:lstStyle/>
        <a:p>
          <a:pPr algn="l"/>
          <a:r>
            <a:rPr lang="en-IN" sz="1400" b="0" dirty="0"/>
            <a:t>Final presentation/demo</a:t>
          </a:r>
        </a:p>
      </dgm:t>
    </dgm:pt>
    <dgm:pt modelId="{DD89A67B-5AFF-4130-A9AD-413C731FD349}" type="parTrans" cxnId="{FA15C4EE-632A-420E-9E9D-45524F10CB56}">
      <dgm:prSet/>
      <dgm:spPr/>
      <dgm:t>
        <a:bodyPr/>
        <a:lstStyle/>
        <a:p>
          <a:endParaRPr lang="en-IN"/>
        </a:p>
      </dgm:t>
    </dgm:pt>
    <dgm:pt modelId="{00030E29-8632-43A9-B508-CD9791478B45}" type="sibTrans" cxnId="{FA15C4EE-632A-420E-9E9D-45524F10CB56}">
      <dgm:prSet/>
      <dgm:spPr/>
      <dgm:t>
        <a:bodyPr/>
        <a:lstStyle/>
        <a:p>
          <a:endParaRPr lang="en-IN"/>
        </a:p>
      </dgm:t>
    </dgm:pt>
    <dgm:pt modelId="{91C9980A-EE5B-486B-8E34-65A42E0AB44B}">
      <dgm:prSet phldrT="[Text]" custT="1"/>
      <dgm:spPr/>
      <dgm:t>
        <a:bodyPr/>
        <a:lstStyle/>
        <a:p>
          <a:pPr algn="l"/>
          <a:endParaRPr lang="en-IN" sz="1400" b="0" dirty="0"/>
        </a:p>
      </dgm:t>
    </dgm:pt>
    <dgm:pt modelId="{8CA38936-5836-44E6-B4BD-C564B12AAFB4}" type="parTrans" cxnId="{A7E803F9-1286-46B3-8452-CD61ACF13F4B}">
      <dgm:prSet/>
      <dgm:spPr/>
      <dgm:t>
        <a:bodyPr/>
        <a:lstStyle/>
        <a:p>
          <a:endParaRPr lang="en-IN"/>
        </a:p>
      </dgm:t>
    </dgm:pt>
    <dgm:pt modelId="{F87EB8E0-DD03-44DA-ACE6-61AAFF051F42}" type="sibTrans" cxnId="{A7E803F9-1286-46B3-8452-CD61ACF13F4B}">
      <dgm:prSet/>
      <dgm:spPr/>
      <dgm:t>
        <a:bodyPr/>
        <a:lstStyle/>
        <a:p>
          <a:endParaRPr lang="en-IN"/>
        </a:p>
      </dgm:t>
    </dgm:pt>
    <dgm:pt modelId="{360337FD-28E9-4668-947A-2C659E4CBACF}" type="pres">
      <dgm:prSet presAssocID="{B8B9AACA-12ED-45D7-9382-CF0900B5639F}" presName="Name0" presStyleCnt="0">
        <dgm:presLayoutVars>
          <dgm:chMax val="7"/>
          <dgm:chPref val="5"/>
          <dgm:dir/>
          <dgm:animOne val="branch"/>
          <dgm:animLvl val="lvl"/>
        </dgm:presLayoutVars>
      </dgm:prSet>
      <dgm:spPr/>
    </dgm:pt>
    <dgm:pt modelId="{E9DC3C9A-C260-48D3-B8E1-5BDB66423B7A}" type="pres">
      <dgm:prSet presAssocID="{CE78B3F6-EC18-438A-965F-E0E7954B8792}" presName="ChildAccent3" presStyleCnt="0"/>
      <dgm:spPr/>
    </dgm:pt>
    <dgm:pt modelId="{6E0BAF79-A71F-4723-BBB9-E7FE9E791242}" type="pres">
      <dgm:prSet presAssocID="{CE78B3F6-EC18-438A-965F-E0E7954B8792}" presName="ChildAccent" presStyleLbl="alignImgPlace1" presStyleIdx="0" presStyleCnt="3"/>
      <dgm:spPr/>
    </dgm:pt>
    <dgm:pt modelId="{96687D7F-EF7E-4510-85BE-52DF7DF38BDA}" type="pres">
      <dgm:prSet presAssocID="{CE78B3F6-EC18-438A-965F-E0E7954B8792}" presName="Child3" presStyleLbl="revTx" presStyleIdx="0" presStyleCnt="0">
        <dgm:presLayoutVars>
          <dgm:chMax val="0"/>
          <dgm:chPref val="0"/>
          <dgm:bulletEnabled val="1"/>
        </dgm:presLayoutVars>
      </dgm:prSet>
      <dgm:spPr/>
    </dgm:pt>
    <dgm:pt modelId="{90B257EC-1765-4A9F-A89B-FAE32D239642}" type="pres">
      <dgm:prSet presAssocID="{CE78B3F6-EC18-438A-965F-E0E7954B8792}" presName="Parent3" presStyleLbl="node1" presStyleIdx="0" presStyleCnt="3">
        <dgm:presLayoutVars>
          <dgm:chMax val="2"/>
          <dgm:chPref val="1"/>
          <dgm:bulletEnabled val="1"/>
        </dgm:presLayoutVars>
      </dgm:prSet>
      <dgm:spPr/>
    </dgm:pt>
    <dgm:pt modelId="{EDBBE3AB-28C5-4D13-87A3-F8787B397201}" type="pres">
      <dgm:prSet presAssocID="{88B73A3B-A72D-430E-800C-B4EE2409D073}" presName="ChildAccent2" presStyleCnt="0"/>
      <dgm:spPr/>
    </dgm:pt>
    <dgm:pt modelId="{8F278931-6B8D-4CC7-B222-54A106DEA7D2}" type="pres">
      <dgm:prSet presAssocID="{88B73A3B-A72D-430E-800C-B4EE2409D073}" presName="ChildAccent" presStyleLbl="alignImgPlace1" presStyleIdx="1" presStyleCnt="3"/>
      <dgm:spPr/>
    </dgm:pt>
    <dgm:pt modelId="{575AAAEA-3A7F-4E00-AC30-581C63E1B234}" type="pres">
      <dgm:prSet presAssocID="{88B73A3B-A72D-430E-800C-B4EE2409D073}" presName="Child2" presStyleLbl="revTx" presStyleIdx="0" presStyleCnt="0">
        <dgm:presLayoutVars>
          <dgm:chMax val="0"/>
          <dgm:chPref val="0"/>
          <dgm:bulletEnabled val="1"/>
        </dgm:presLayoutVars>
      </dgm:prSet>
      <dgm:spPr/>
    </dgm:pt>
    <dgm:pt modelId="{54947268-7D80-43D0-BAC7-D48FEEE56E8A}" type="pres">
      <dgm:prSet presAssocID="{88B73A3B-A72D-430E-800C-B4EE2409D073}" presName="Parent2" presStyleLbl="node1" presStyleIdx="1" presStyleCnt="3">
        <dgm:presLayoutVars>
          <dgm:chMax val="2"/>
          <dgm:chPref val="1"/>
          <dgm:bulletEnabled val="1"/>
        </dgm:presLayoutVars>
      </dgm:prSet>
      <dgm:spPr/>
    </dgm:pt>
    <dgm:pt modelId="{79F972E7-E4A1-433D-8A8F-C99771777160}" type="pres">
      <dgm:prSet presAssocID="{D168EEA2-0B91-49B7-85FD-9F34C4ADD1CD}" presName="ChildAccent1" presStyleCnt="0"/>
      <dgm:spPr/>
    </dgm:pt>
    <dgm:pt modelId="{9A06DBBE-50AE-409C-B06D-5BEB8C9F0EEF}" type="pres">
      <dgm:prSet presAssocID="{D168EEA2-0B91-49B7-85FD-9F34C4ADD1CD}" presName="ChildAccent" presStyleLbl="alignImgPlace1" presStyleIdx="2" presStyleCnt="3" custLinFactNeighborX="1" custLinFactNeighborY="-324"/>
      <dgm:spPr/>
    </dgm:pt>
    <dgm:pt modelId="{29433C76-A76D-4E21-A2F3-D2502FB23093}" type="pres">
      <dgm:prSet presAssocID="{D168EEA2-0B91-49B7-85FD-9F34C4ADD1CD}" presName="Child1" presStyleLbl="revTx" presStyleIdx="0" presStyleCnt="0">
        <dgm:presLayoutVars>
          <dgm:chMax val="0"/>
          <dgm:chPref val="0"/>
          <dgm:bulletEnabled val="1"/>
        </dgm:presLayoutVars>
      </dgm:prSet>
      <dgm:spPr/>
    </dgm:pt>
    <dgm:pt modelId="{5D249563-D7C0-404C-9BE1-419D9C44A9FA}" type="pres">
      <dgm:prSet presAssocID="{D168EEA2-0B91-49B7-85FD-9F34C4ADD1CD}" presName="Parent1" presStyleLbl="node1" presStyleIdx="2" presStyleCnt="3">
        <dgm:presLayoutVars>
          <dgm:chMax val="2"/>
          <dgm:chPref val="1"/>
          <dgm:bulletEnabled val="1"/>
        </dgm:presLayoutVars>
      </dgm:prSet>
      <dgm:spPr/>
    </dgm:pt>
  </dgm:ptLst>
  <dgm:cxnLst>
    <dgm:cxn modelId="{B1380D06-31A0-4E15-B66F-58731EB63A35}" type="presOf" srcId="{14C8A092-E696-4013-8F8C-83D0A11FEE47}" destId="{6E0BAF79-A71F-4723-BBB9-E7FE9E791242}" srcOrd="0" destOrd="1" presId="urn:microsoft.com/office/officeart/2011/layout/InterconnectedBlockProcess"/>
    <dgm:cxn modelId="{C885ED0F-7982-4853-808F-93BFB236F10D}" type="presOf" srcId="{6036F055-8E5C-4578-B543-AFA64A862112}" destId="{575AAAEA-3A7F-4E00-AC30-581C63E1B234}" srcOrd="1" destOrd="5" presId="urn:microsoft.com/office/officeart/2011/layout/InterconnectedBlockProcess"/>
    <dgm:cxn modelId="{1C5B8711-A561-479F-AC04-F3D53414C386}" type="presOf" srcId="{74D8877A-B57B-4630-B9B9-7D0FD9944475}" destId="{9A06DBBE-50AE-409C-B06D-5BEB8C9F0EEF}" srcOrd="0" destOrd="6" presId="urn:microsoft.com/office/officeart/2011/layout/InterconnectedBlockProcess"/>
    <dgm:cxn modelId="{A6521F15-FEE6-4C8A-8020-87E02CF8288F}" type="presOf" srcId="{280C704E-B56C-4183-812E-15EB71BACEA1}" destId="{96687D7F-EF7E-4510-85BE-52DF7DF38BDA}" srcOrd="1" destOrd="4" presId="urn:microsoft.com/office/officeart/2011/layout/InterconnectedBlockProcess"/>
    <dgm:cxn modelId="{0AC24B1A-115B-4F6D-9989-F7D14E0C5A86}" srcId="{CE78B3F6-EC18-438A-965F-E0E7954B8792}" destId="{EC697C30-9154-484B-86CE-8FE7DB032E26}" srcOrd="0" destOrd="0" parTransId="{E5CB9EB1-08D0-4963-BAF5-239076CCAFEE}" sibTransId="{13927C08-FDAD-4065-97D6-AC4E3D569CBB}"/>
    <dgm:cxn modelId="{595E4D20-AB6D-4F80-BC68-613E9731FAE0}" type="presOf" srcId="{9FFFF1EA-3BFE-42E8-AD02-22F7E52550F3}" destId="{6E0BAF79-A71F-4723-BBB9-E7FE9E791242}" srcOrd="0" destOrd="6" presId="urn:microsoft.com/office/officeart/2011/layout/InterconnectedBlockProcess"/>
    <dgm:cxn modelId="{BA7D7320-4C57-4861-BD46-5CA5002CA371}" srcId="{D168EEA2-0B91-49B7-85FD-9F34C4ADD1CD}" destId="{74D8877A-B57B-4630-B9B9-7D0FD9944475}" srcOrd="6" destOrd="0" parTransId="{0842C704-018F-4E27-8F0A-054CD4D161FA}" sibTransId="{3FB80704-002A-4D5B-ACFB-3D8AE1E2962B}"/>
    <dgm:cxn modelId="{17F7CF20-D95D-4C12-8DB1-81E1494C901F}" type="presOf" srcId="{14C8A092-E696-4013-8F8C-83D0A11FEE47}" destId="{96687D7F-EF7E-4510-85BE-52DF7DF38BDA}" srcOrd="1" destOrd="1" presId="urn:microsoft.com/office/officeart/2011/layout/InterconnectedBlockProcess"/>
    <dgm:cxn modelId="{648C5C26-7326-457D-97DA-47D6AB9A1E40}" type="presOf" srcId="{9FFFF1EA-3BFE-42E8-AD02-22F7E52550F3}" destId="{96687D7F-EF7E-4510-85BE-52DF7DF38BDA}" srcOrd="1" destOrd="6" presId="urn:microsoft.com/office/officeart/2011/layout/InterconnectedBlockProcess"/>
    <dgm:cxn modelId="{8FB94B26-0CC6-4B4C-A221-3449FAE73671}" type="presOf" srcId="{0707A9D3-8076-403E-B7D2-B2A4F57D384C}" destId="{29433C76-A76D-4E21-A2F3-D2502FB23093}" srcOrd="1" destOrd="1" presId="urn:microsoft.com/office/officeart/2011/layout/InterconnectedBlockProcess"/>
    <dgm:cxn modelId="{E7415D28-E0EE-48E3-B5BD-E13D787E5651}" type="presOf" srcId="{5EEF1322-2951-4E8D-BFC6-91B9C63C3288}" destId="{575AAAEA-3A7F-4E00-AC30-581C63E1B234}" srcOrd="1" destOrd="6" presId="urn:microsoft.com/office/officeart/2011/layout/InterconnectedBlockProcess"/>
    <dgm:cxn modelId="{8915AA29-1ACB-4521-BAE1-8EBB238CF031}" type="presOf" srcId="{280C704E-B56C-4183-812E-15EB71BACEA1}" destId="{6E0BAF79-A71F-4723-BBB9-E7FE9E791242}" srcOrd="0" destOrd="4" presId="urn:microsoft.com/office/officeart/2011/layout/InterconnectedBlockProcess"/>
    <dgm:cxn modelId="{C2B6EF29-7151-4417-BB72-9324C6B8ED20}" type="presOf" srcId="{0707A9D3-8076-403E-B7D2-B2A4F57D384C}" destId="{9A06DBBE-50AE-409C-B06D-5BEB8C9F0EEF}" srcOrd="0" destOrd="1" presId="urn:microsoft.com/office/officeart/2011/layout/InterconnectedBlockProcess"/>
    <dgm:cxn modelId="{30145C2C-65D6-467F-979C-FCEE32A6C167}" type="presOf" srcId="{88B73A3B-A72D-430E-800C-B4EE2409D073}" destId="{54947268-7D80-43D0-BAC7-D48FEEE56E8A}" srcOrd="0" destOrd="0" presId="urn:microsoft.com/office/officeart/2011/layout/InterconnectedBlockProcess"/>
    <dgm:cxn modelId="{D4F9802F-AE3F-49D1-AF29-F74264A5AC65}" srcId="{D168EEA2-0B91-49B7-85FD-9F34C4ADD1CD}" destId="{EB14021E-031C-4F51-8A6B-8471BBE3DB13}" srcOrd="4" destOrd="0" parTransId="{8997CAF9-A0F7-4489-B082-CF11B0F6CF2F}" sibTransId="{ECAD1E64-4655-4041-807E-706200C63992}"/>
    <dgm:cxn modelId="{FDA22732-A3E8-4E10-BAD1-DBFF1841F79F}" srcId="{CE78B3F6-EC18-438A-965F-E0E7954B8792}" destId="{280C704E-B56C-4183-812E-15EB71BACEA1}" srcOrd="4" destOrd="0" parTransId="{B90115FB-DE7A-4738-BA52-2C4852233D97}" sibTransId="{2492202E-4BF3-4688-B720-A175DDB1B96A}"/>
    <dgm:cxn modelId="{24161E33-0684-44DD-90BB-A52B98257A0A}" srcId="{88B73A3B-A72D-430E-800C-B4EE2409D073}" destId="{526BF396-8E1B-4DEE-9620-8EF53C715DAC}" srcOrd="3" destOrd="0" parTransId="{A4F16779-E1D3-4B79-BCB8-E692CE993748}" sibTransId="{677B7858-2825-45C5-85B9-A2B423530EBA}"/>
    <dgm:cxn modelId="{F2550434-8846-4E11-9D99-DB80ECC02042}" type="presOf" srcId="{CE78B3F6-EC18-438A-965F-E0E7954B8792}" destId="{90B257EC-1765-4A9F-A89B-FAE32D239642}" srcOrd="0" destOrd="0" presId="urn:microsoft.com/office/officeart/2011/layout/InterconnectedBlockProcess"/>
    <dgm:cxn modelId="{C50AFD34-C35D-4D7C-8A45-10432E777717}" srcId="{D168EEA2-0B91-49B7-85FD-9F34C4ADD1CD}" destId="{57F066AE-1C38-45EF-9904-F33020AB6821}" srcOrd="0" destOrd="0" parTransId="{F15C6109-9295-4A67-A5DD-CBBA30721E4E}" sibTransId="{91ED4030-C6F6-4F63-B6AC-B51B0FF3A2A8}"/>
    <dgm:cxn modelId="{7DFD013C-9529-43D4-8A9A-F18C30077FDF}" type="presOf" srcId="{91C9980A-EE5B-486B-8E34-65A42E0AB44B}" destId="{6E0BAF79-A71F-4723-BBB9-E7FE9E791242}" srcOrd="0" destOrd="5" presId="urn:microsoft.com/office/officeart/2011/layout/InterconnectedBlockProcess"/>
    <dgm:cxn modelId="{C0C6F73C-6AFD-4D0A-93FA-164ADC8876BA}" srcId="{D168EEA2-0B91-49B7-85FD-9F34C4ADD1CD}" destId="{CEF97759-116F-422C-B7CC-7442D34073E8}" srcOrd="2" destOrd="0" parTransId="{0C7EC8F7-02F2-4404-A15B-9F0356AFD396}" sibTransId="{3842B86A-ACBE-4DEB-9B6D-C6525E2E0A34}"/>
    <dgm:cxn modelId="{2DFC0763-CC66-4B1B-878B-68EB73B82A64}" srcId="{CE78B3F6-EC18-438A-965F-E0E7954B8792}" destId="{14C8A092-E696-4013-8F8C-83D0A11FEE47}" srcOrd="1" destOrd="0" parTransId="{1029DEC3-F8A1-4701-9F5B-B4C0DE69C16A}" sibTransId="{88EB458E-E975-47AE-9688-5E3ADD7C7214}"/>
    <dgm:cxn modelId="{81704D63-11B1-472C-8098-6EE3A2CB7F56}" srcId="{88B73A3B-A72D-430E-800C-B4EE2409D073}" destId="{DEE23C52-7F06-4BEC-9B32-61E203D116DE}" srcOrd="1" destOrd="0" parTransId="{E4CE8640-C5C2-4E28-B389-A0AA38A12BFB}" sibTransId="{5C6933F0-CD71-43D0-91FA-4C3FABC35999}"/>
    <dgm:cxn modelId="{88B2E563-B242-42EC-AEB4-E8B13AE6413C}" type="presOf" srcId="{9192DB5A-887B-46D9-B6A7-758A5773348A}" destId="{575AAAEA-3A7F-4E00-AC30-581C63E1B234}" srcOrd="1" destOrd="2" presId="urn:microsoft.com/office/officeart/2011/layout/InterconnectedBlockProcess"/>
    <dgm:cxn modelId="{9683AB49-0759-47DF-AC97-6F5D068E74F9}" type="presOf" srcId="{57F066AE-1C38-45EF-9904-F33020AB6821}" destId="{9A06DBBE-50AE-409C-B06D-5BEB8C9F0EEF}" srcOrd="0" destOrd="0" presId="urn:microsoft.com/office/officeart/2011/layout/InterconnectedBlockProcess"/>
    <dgm:cxn modelId="{B17D524B-5BF7-4700-BF23-8DF67F6C7D9A}" type="presOf" srcId="{8E2BF931-62E2-4D25-A917-3A89C9880DC7}" destId="{96687D7F-EF7E-4510-85BE-52DF7DF38BDA}" srcOrd="1" destOrd="3" presId="urn:microsoft.com/office/officeart/2011/layout/InterconnectedBlockProcess"/>
    <dgm:cxn modelId="{EC2B3951-0AB9-4385-869B-95245B0DDE3B}" type="presOf" srcId="{82732964-050D-4BBE-82E3-A4FB0EF4947F}" destId="{96687D7F-EF7E-4510-85BE-52DF7DF38BDA}" srcOrd="1" destOrd="2" presId="urn:microsoft.com/office/officeart/2011/layout/InterconnectedBlockProcess"/>
    <dgm:cxn modelId="{961B7571-2868-4176-A84C-13BA3FD446AF}" type="presOf" srcId="{15CB87DC-631D-4A26-B026-704F66BEB045}" destId="{575AAAEA-3A7F-4E00-AC30-581C63E1B234}" srcOrd="1" destOrd="0" presId="urn:microsoft.com/office/officeart/2011/layout/InterconnectedBlockProcess"/>
    <dgm:cxn modelId="{EBACD051-406D-4DD7-8B09-6AED2CA4C1F0}" srcId="{88B73A3B-A72D-430E-800C-B4EE2409D073}" destId="{6036F055-8E5C-4578-B543-AFA64A862112}" srcOrd="5" destOrd="0" parTransId="{0D23B098-C600-4CF5-AAD1-B5D5E0677AFF}" sibTransId="{E6D57092-1D3F-4A48-8C13-BABA71CFB3FC}"/>
    <dgm:cxn modelId="{7172C872-D61A-44D6-848A-178AA6259CD2}" type="presOf" srcId="{CEF97759-116F-422C-B7CC-7442D34073E8}" destId="{29433C76-A76D-4E21-A2F3-D2502FB23093}" srcOrd="1" destOrd="2" presId="urn:microsoft.com/office/officeart/2011/layout/InterconnectedBlockProcess"/>
    <dgm:cxn modelId="{F6CC2375-6DA5-45E3-8091-887D1194C9A6}" srcId="{B8B9AACA-12ED-45D7-9382-CF0900B5639F}" destId="{88B73A3B-A72D-430E-800C-B4EE2409D073}" srcOrd="1" destOrd="0" parTransId="{9FE3D4A4-B74E-4D68-A85F-C27A34729BEB}" sibTransId="{EE401022-DE69-4505-B40B-23CEF090CDCC}"/>
    <dgm:cxn modelId="{E0614D55-9F1B-47D0-8D1C-1EBABA523B03}" srcId="{B8B9AACA-12ED-45D7-9382-CF0900B5639F}" destId="{D168EEA2-0B91-49B7-85FD-9F34C4ADD1CD}" srcOrd="0" destOrd="0" parTransId="{BFDF3CA8-FDCA-46ED-ADE1-11DAC1B0F237}" sibTransId="{026A5A93-4FD7-461B-8C16-D307672B704E}"/>
    <dgm:cxn modelId="{71846F56-5662-47C6-AEA0-840D19F1332D}" srcId="{88B73A3B-A72D-430E-800C-B4EE2409D073}" destId="{50531A58-D644-47C2-9DFE-F22DAAE5E1F0}" srcOrd="4" destOrd="0" parTransId="{4944CCA1-1E5B-4ACF-B661-61E3E804321D}" sibTransId="{14D8778B-24EE-43AC-A93F-3EF62FD19305}"/>
    <dgm:cxn modelId="{00241578-CA64-434B-8230-0086A58AF31F}" srcId="{CE78B3F6-EC18-438A-965F-E0E7954B8792}" destId="{82732964-050D-4BBE-82E3-A4FB0EF4947F}" srcOrd="2" destOrd="0" parTransId="{C585E9DE-8EC8-4FE1-AD12-DB1695B637E3}" sibTransId="{31D930DA-5923-40E4-96E8-9439C87A588D}"/>
    <dgm:cxn modelId="{E5A24158-ACFD-4BCE-AE40-E40226C19B72}" type="presOf" srcId="{15CB87DC-631D-4A26-B026-704F66BEB045}" destId="{8F278931-6B8D-4CC7-B222-54A106DEA7D2}" srcOrd="0" destOrd="0" presId="urn:microsoft.com/office/officeart/2011/layout/InterconnectedBlockProcess"/>
    <dgm:cxn modelId="{6F7CB359-1B37-404B-B01B-DBAF1FB23807}" srcId="{88B73A3B-A72D-430E-800C-B4EE2409D073}" destId="{15CB87DC-631D-4A26-B026-704F66BEB045}" srcOrd="0" destOrd="0" parTransId="{1F901250-4C48-4DC3-A72A-54743BBA9903}" sibTransId="{6891609F-593A-4337-9664-73E9F4B3D52A}"/>
    <dgm:cxn modelId="{34899F7A-7B26-4A73-892D-C8959B014D4C}" type="presOf" srcId="{50531A58-D644-47C2-9DFE-F22DAAE5E1F0}" destId="{8F278931-6B8D-4CC7-B222-54A106DEA7D2}" srcOrd="0" destOrd="4" presId="urn:microsoft.com/office/officeart/2011/layout/InterconnectedBlockProcess"/>
    <dgm:cxn modelId="{4CC0B881-03AD-4D24-AF9F-E46C476BED75}" type="presOf" srcId="{DEE23C52-7F06-4BEC-9B32-61E203D116DE}" destId="{575AAAEA-3A7F-4E00-AC30-581C63E1B234}" srcOrd="1" destOrd="1" presId="urn:microsoft.com/office/officeart/2011/layout/InterconnectedBlockProcess"/>
    <dgm:cxn modelId="{9716F487-B979-4D5B-A6B7-89DEC3F54CC1}" type="presOf" srcId="{6036F055-8E5C-4578-B543-AFA64A862112}" destId="{8F278931-6B8D-4CC7-B222-54A106DEA7D2}" srcOrd="0" destOrd="5" presId="urn:microsoft.com/office/officeart/2011/layout/InterconnectedBlockProcess"/>
    <dgm:cxn modelId="{5E9F258A-95D0-4E51-AB20-26525D37C8AF}" srcId="{CE78B3F6-EC18-438A-965F-E0E7954B8792}" destId="{8E2BF931-62E2-4D25-A917-3A89C9880DC7}" srcOrd="3" destOrd="0" parTransId="{EA886C4E-452C-4E70-9F13-71F65BBC6ADA}" sibTransId="{C02FFBC5-4F87-4A44-AF52-263DD7736889}"/>
    <dgm:cxn modelId="{86E5009A-E855-4D79-974A-D2AF13AE07C2}" srcId="{D168EEA2-0B91-49B7-85FD-9F34C4ADD1CD}" destId="{0707A9D3-8076-403E-B7D2-B2A4F57D384C}" srcOrd="1" destOrd="0" parTransId="{1707A8C7-C2A8-40AD-9AE0-B0350B1E0056}" sibTransId="{CA40EEC6-F46E-4036-9C70-7EF3CD56C652}"/>
    <dgm:cxn modelId="{CCC1249C-23A7-4368-97B5-A0AB6B25A5B1}" srcId="{D168EEA2-0B91-49B7-85FD-9F34C4ADD1CD}" destId="{E6E3A426-BF2C-4DAA-94C5-738615FACE1F}" srcOrd="5" destOrd="0" parTransId="{1530AC06-2A53-4BD7-A3D2-83FDD7129458}" sibTransId="{6D6DE961-30C7-4A8E-B1D0-1EBC88DE217A}"/>
    <dgm:cxn modelId="{84987F9C-D0B1-47EE-8D57-02595191A7ED}" type="presOf" srcId="{EC697C30-9154-484B-86CE-8FE7DB032E26}" destId="{96687D7F-EF7E-4510-85BE-52DF7DF38BDA}" srcOrd="1" destOrd="0" presId="urn:microsoft.com/office/officeart/2011/layout/InterconnectedBlockProcess"/>
    <dgm:cxn modelId="{14C1F6A2-BBBF-4128-A219-26E450279C69}" srcId="{88B73A3B-A72D-430E-800C-B4EE2409D073}" destId="{9192DB5A-887B-46D9-B6A7-758A5773348A}" srcOrd="2" destOrd="0" parTransId="{E3C5CBD1-979B-44B9-AD71-9FB0E81BC59F}" sibTransId="{A4706F23-3176-423B-9410-AA95444333AA}"/>
    <dgm:cxn modelId="{85A947A4-71ED-4BD1-A746-BA09A250FB63}" type="presOf" srcId="{91C9980A-EE5B-486B-8E34-65A42E0AB44B}" destId="{96687D7F-EF7E-4510-85BE-52DF7DF38BDA}" srcOrd="1" destOrd="5" presId="urn:microsoft.com/office/officeart/2011/layout/InterconnectedBlockProcess"/>
    <dgm:cxn modelId="{1BD543A5-D09D-4CFD-80EA-1D38584B21E6}" type="presOf" srcId="{50531A58-D644-47C2-9DFE-F22DAAE5E1F0}" destId="{575AAAEA-3A7F-4E00-AC30-581C63E1B234}" srcOrd="1" destOrd="4" presId="urn:microsoft.com/office/officeart/2011/layout/InterconnectedBlockProcess"/>
    <dgm:cxn modelId="{2E8437AD-ECCC-4F61-9D47-DD000050A920}" type="presOf" srcId="{EC697C30-9154-484B-86CE-8FE7DB032E26}" destId="{6E0BAF79-A71F-4723-BBB9-E7FE9E791242}" srcOrd="0" destOrd="0" presId="urn:microsoft.com/office/officeart/2011/layout/InterconnectedBlockProcess"/>
    <dgm:cxn modelId="{FFBEE3AF-108B-404E-9303-F8DA2CE131F8}" type="presOf" srcId="{57F066AE-1C38-45EF-9904-F33020AB6821}" destId="{29433C76-A76D-4E21-A2F3-D2502FB23093}" srcOrd="1" destOrd="0" presId="urn:microsoft.com/office/officeart/2011/layout/InterconnectedBlockProcess"/>
    <dgm:cxn modelId="{285FD8B8-2EAA-4F2C-BE6D-406D892079BA}" type="presOf" srcId="{526BF396-8E1B-4DEE-9620-8EF53C715DAC}" destId="{8F278931-6B8D-4CC7-B222-54A106DEA7D2}" srcOrd="0" destOrd="3" presId="urn:microsoft.com/office/officeart/2011/layout/InterconnectedBlockProcess"/>
    <dgm:cxn modelId="{770215BC-EBC3-4A34-83DB-1FFF317CB85B}" type="presOf" srcId="{5EEF1322-2951-4E8D-BFC6-91B9C63C3288}" destId="{8F278931-6B8D-4CC7-B222-54A106DEA7D2}" srcOrd="0" destOrd="6" presId="urn:microsoft.com/office/officeart/2011/layout/InterconnectedBlockProcess"/>
    <dgm:cxn modelId="{7A4619BF-FB91-42F1-A3BA-70F70DB5D1E4}" srcId="{D168EEA2-0B91-49B7-85FD-9F34C4ADD1CD}" destId="{A65A4DE7-A071-4A96-80E0-5158A5DA8D34}" srcOrd="3" destOrd="0" parTransId="{35C79F37-3F20-4AFF-AC56-0970FB7ED867}" sibTransId="{E367E273-F047-4056-AC23-F3FC113F5B05}"/>
    <dgm:cxn modelId="{057B0EC2-3152-4BB7-AF40-8CA2C7504CAE}" type="presOf" srcId="{EB14021E-031C-4F51-8A6B-8471BBE3DB13}" destId="{29433C76-A76D-4E21-A2F3-D2502FB23093}" srcOrd="1" destOrd="4" presId="urn:microsoft.com/office/officeart/2011/layout/InterconnectedBlockProcess"/>
    <dgm:cxn modelId="{354046C2-FB91-43DB-95E0-6BA982B1E252}" type="presOf" srcId="{EB14021E-031C-4F51-8A6B-8471BBE3DB13}" destId="{9A06DBBE-50AE-409C-B06D-5BEB8C9F0EEF}" srcOrd="0" destOrd="4" presId="urn:microsoft.com/office/officeart/2011/layout/InterconnectedBlockProcess"/>
    <dgm:cxn modelId="{BF6814C7-D7E8-46B4-8B36-EB9BE2C3F0D3}" srcId="{B8B9AACA-12ED-45D7-9382-CF0900B5639F}" destId="{CE78B3F6-EC18-438A-965F-E0E7954B8792}" srcOrd="2" destOrd="0" parTransId="{FC5C70B7-354E-467F-A087-94503387AD6D}" sibTransId="{A75A23D5-2605-42CB-B821-733B4193B3DE}"/>
    <dgm:cxn modelId="{0C222ECB-8E3E-48DB-9677-03271F82E45E}" type="presOf" srcId="{82732964-050D-4BBE-82E3-A4FB0EF4947F}" destId="{6E0BAF79-A71F-4723-BBB9-E7FE9E791242}" srcOrd="0" destOrd="2" presId="urn:microsoft.com/office/officeart/2011/layout/InterconnectedBlockProcess"/>
    <dgm:cxn modelId="{C2880DD3-5ED9-4829-A7D7-90D5734BC2C7}" type="presOf" srcId="{8E2BF931-62E2-4D25-A917-3A89C9880DC7}" destId="{6E0BAF79-A71F-4723-BBB9-E7FE9E791242}" srcOrd="0" destOrd="3" presId="urn:microsoft.com/office/officeart/2011/layout/InterconnectedBlockProcess"/>
    <dgm:cxn modelId="{C03E26D4-1B69-42A1-BA8E-972EA9EBCCF3}" type="presOf" srcId="{DEE23C52-7F06-4BEC-9B32-61E203D116DE}" destId="{8F278931-6B8D-4CC7-B222-54A106DEA7D2}" srcOrd="0" destOrd="1" presId="urn:microsoft.com/office/officeart/2011/layout/InterconnectedBlockProcess"/>
    <dgm:cxn modelId="{D9EFC3D6-3373-48A6-BBE0-B4C2BF1894A9}" type="presOf" srcId="{A65A4DE7-A071-4A96-80E0-5158A5DA8D34}" destId="{9A06DBBE-50AE-409C-B06D-5BEB8C9F0EEF}" srcOrd="0" destOrd="3" presId="urn:microsoft.com/office/officeart/2011/layout/InterconnectedBlockProcess"/>
    <dgm:cxn modelId="{CE6286DD-83C5-4518-9C87-A91862FC681A}" srcId="{88B73A3B-A72D-430E-800C-B4EE2409D073}" destId="{5EEF1322-2951-4E8D-BFC6-91B9C63C3288}" srcOrd="6" destOrd="0" parTransId="{5B493EDE-3547-4714-A0B5-BCA1D7377265}" sibTransId="{65F62997-1544-446C-A0E6-D5D858EC25AA}"/>
    <dgm:cxn modelId="{266B8CDD-2F0E-403C-960B-6B99BB360EF7}" type="presOf" srcId="{D168EEA2-0B91-49B7-85FD-9F34C4ADD1CD}" destId="{5D249563-D7C0-404C-9BE1-419D9C44A9FA}" srcOrd="0" destOrd="0" presId="urn:microsoft.com/office/officeart/2011/layout/InterconnectedBlockProcess"/>
    <dgm:cxn modelId="{ABB5ADE5-49F1-402B-8191-EF99B960A997}" type="presOf" srcId="{E6E3A426-BF2C-4DAA-94C5-738615FACE1F}" destId="{29433C76-A76D-4E21-A2F3-D2502FB23093}" srcOrd="1" destOrd="5" presId="urn:microsoft.com/office/officeart/2011/layout/InterconnectedBlockProcess"/>
    <dgm:cxn modelId="{F69BC7EC-EFF4-4BB1-9DEC-040593514A87}" type="presOf" srcId="{B8B9AACA-12ED-45D7-9382-CF0900B5639F}" destId="{360337FD-28E9-4668-947A-2C659E4CBACF}" srcOrd="0" destOrd="0" presId="urn:microsoft.com/office/officeart/2011/layout/InterconnectedBlockProcess"/>
    <dgm:cxn modelId="{FA15C4EE-632A-420E-9E9D-45524F10CB56}" srcId="{CE78B3F6-EC18-438A-965F-E0E7954B8792}" destId="{9FFFF1EA-3BFE-42E8-AD02-22F7E52550F3}" srcOrd="6" destOrd="0" parTransId="{DD89A67B-5AFF-4130-A9AD-413C731FD349}" sibTransId="{00030E29-8632-43A9-B508-CD9791478B45}"/>
    <dgm:cxn modelId="{3D8730F4-75E4-4A10-A407-67DFB631B7B0}" type="presOf" srcId="{526BF396-8E1B-4DEE-9620-8EF53C715DAC}" destId="{575AAAEA-3A7F-4E00-AC30-581C63E1B234}" srcOrd="1" destOrd="3" presId="urn:microsoft.com/office/officeart/2011/layout/InterconnectedBlockProcess"/>
    <dgm:cxn modelId="{A7E803F9-1286-46B3-8452-CD61ACF13F4B}" srcId="{CE78B3F6-EC18-438A-965F-E0E7954B8792}" destId="{91C9980A-EE5B-486B-8E34-65A42E0AB44B}" srcOrd="5" destOrd="0" parTransId="{8CA38936-5836-44E6-B4BD-C564B12AAFB4}" sibTransId="{F87EB8E0-DD03-44DA-ACE6-61AAFF051F42}"/>
    <dgm:cxn modelId="{E12161F9-630B-40E6-9870-19CC15017DA7}" type="presOf" srcId="{CEF97759-116F-422C-B7CC-7442D34073E8}" destId="{9A06DBBE-50AE-409C-B06D-5BEB8C9F0EEF}" srcOrd="0" destOrd="2" presId="urn:microsoft.com/office/officeart/2011/layout/InterconnectedBlockProcess"/>
    <dgm:cxn modelId="{6C5BB8FB-5E98-4DF2-9C94-48A80D51580A}" type="presOf" srcId="{A65A4DE7-A071-4A96-80E0-5158A5DA8D34}" destId="{29433C76-A76D-4E21-A2F3-D2502FB23093}" srcOrd="1" destOrd="3" presId="urn:microsoft.com/office/officeart/2011/layout/InterconnectedBlockProcess"/>
    <dgm:cxn modelId="{6715B4FC-1856-404F-9A70-AE93EC6D1B1B}" type="presOf" srcId="{9192DB5A-887B-46D9-B6A7-758A5773348A}" destId="{8F278931-6B8D-4CC7-B222-54A106DEA7D2}" srcOrd="0" destOrd="2" presId="urn:microsoft.com/office/officeart/2011/layout/InterconnectedBlockProcess"/>
    <dgm:cxn modelId="{93B77AFE-6369-48FF-A7C6-43F46D84F0C6}" type="presOf" srcId="{E6E3A426-BF2C-4DAA-94C5-738615FACE1F}" destId="{9A06DBBE-50AE-409C-B06D-5BEB8C9F0EEF}" srcOrd="0" destOrd="5" presId="urn:microsoft.com/office/officeart/2011/layout/InterconnectedBlockProcess"/>
    <dgm:cxn modelId="{A836C5FF-29B0-42BC-AE82-50D0174778C6}" type="presOf" srcId="{74D8877A-B57B-4630-B9B9-7D0FD9944475}" destId="{29433C76-A76D-4E21-A2F3-D2502FB23093}" srcOrd="1" destOrd="6" presId="urn:microsoft.com/office/officeart/2011/layout/InterconnectedBlockProcess"/>
    <dgm:cxn modelId="{266E45E0-5136-4F04-9100-08966EB516B2}" type="presParOf" srcId="{360337FD-28E9-4668-947A-2C659E4CBACF}" destId="{E9DC3C9A-C260-48D3-B8E1-5BDB66423B7A}" srcOrd="0" destOrd="0" presId="urn:microsoft.com/office/officeart/2011/layout/InterconnectedBlockProcess"/>
    <dgm:cxn modelId="{52D37832-3B71-48BD-80C5-86467F078EB5}" type="presParOf" srcId="{E9DC3C9A-C260-48D3-B8E1-5BDB66423B7A}" destId="{6E0BAF79-A71F-4723-BBB9-E7FE9E791242}" srcOrd="0" destOrd="0" presId="urn:microsoft.com/office/officeart/2011/layout/InterconnectedBlockProcess"/>
    <dgm:cxn modelId="{00963B72-9580-412C-A8B0-245EE7D604F8}" type="presParOf" srcId="{360337FD-28E9-4668-947A-2C659E4CBACF}" destId="{96687D7F-EF7E-4510-85BE-52DF7DF38BDA}" srcOrd="1" destOrd="0" presId="urn:microsoft.com/office/officeart/2011/layout/InterconnectedBlockProcess"/>
    <dgm:cxn modelId="{7B9BC8BF-B7DF-468D-ADA0-026733BBFE3E}" type="presParOf" srcId="{360337FD-28E9-4668-947A-2C659E4CBACF}" destId="{90B257EC-1765-4A9F-A89B-FAE32D239642}" srcOrd="2" destOrd="0" presId="urn:microsoft.com/office/officeart/2011/layout/InterconnectedBlockProcess"/>
    <dgm:cxn modelId="{DC2776BE-2FD4-4F8E-BCF0-B5768A42EB8A}" type="presParOf" srcId="{360337FD-28E9-4668-947A-2C659E4CBACF}" destId="{EDBBE3AB-28C5-4D13-87A3-F8787B397201}" srcOrd="3" destOrd="0" presId="urn:microsoft.com/office/officeart/2011/layout/InterconnectedBlockProcess"/>
    <dgm:cxn modelId="{866D9A02-1C81-428E-ADCB-F4F3B41AB259}" type="presParOf" srcId="{EDBBE3AB-28C5-4D13-87A3-F8787B397201}" destId="{8F278931-6B8D-4CC7-B222-54A106DEA7D2}" srcOrd="0" destOrd="0" presId="urn:microsoft.com/office/officeart/2011/layout/InterconnectedBlockProcess"/>
    <dgm:cxn modelId="{1C0566CF-087E-4CD8-8937-8B233B7977CA}" type="presParOf" srcId="{360337FD-28E9-4668-947A-2C659E4CBACF}" destId="{575AAAEA-3A7F-4E00-AC30-581C63E1B234}" srcOrd="4" destOrd="0" presId="urn:microsoft.com/office/officeart/2011/layout/InterconnectedBlockProcess"/>
    <dgm:cxn modelId="{E5D4AE84-1079-4AE8-9841-180025A9682E}" type="presParOf" srcId="{360337FD-28E9-4668-947A-2C659E4CBACF}" destId="{54947268-7D80-43D0-BAC7-D48FEEE56E8A}" srcOrd="5" destOrd="0" presId="urn:microsoft.com/office/officeart/2011/layout/InterconnectedBlockProcess"/>
    <dgm:cxn modelId="{B4CC81B1-2D96-452E-9D08-4558E2CB379C}" type="presParOf" srcId="{360337FD-28E9-4668-947A-2C659E4CBACF}" destId="{79F972E7-E4A1-433D-8A8F-C99771777160}" srcOrd="6" destOrd="0" presId="urn:microsoft.com/office/officeart/2011/layout/InterconnectedBlockProcess"/>
    <dgm:cxn modelId="{7E558354-17DC-4731-8E68-5D742976F512}" type="presParOf" srcId="{79F972E7-E4A1-433D-8A8F-C99771777160}" destId="{9A06DBBE-50AE-409C-B06D-5BEB8C9F0EEF}" srcOrd="0" destOrd="0" presId="urn:microsoft.com/office/officeart/2011/layout/InterconnectedBlockProcess"/>
    <dgm:cxn modelId="{6CFABE86-7C62-4EE8-965C-4E293144E1FF}" type="presParOf" srcId="{360337FD-28E9-4668-947A-2C659E4CBACF}" destId="{29433C76-A76D-4E21-A2F3-D2502FB23093}" srcOrd="7" destOrd="0" presId="urn:microsoft.com/office/officeart/2011/layout/InterconnectedBlockProcess"/>
    <dgm:cxn modelId="{9288B08E-388B-436F-86AD-E2EE3CD41BDC}" type="presParOf" srcId="{360337FD-28E9-4668-947A-2C659E4CBACF}" destId="{5D249563-D7C0-404C-9BE1-419D9C44A9FA}" srcOrd="8" destOrd="0" presId="urn:microsoft.com/office/officeart/2011/layout/InterconnectedBlock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0BAF79-A71F-4723-BBB9-E7FE9E791242}">
      <dsp:nvSpPr>
        <dsp:cNvPr id="0" name=""/>
        <dsp:cNvSpPr/>
      </dsp:nvSpPr>
      <dsp:spPr>
        <a:xfrm>
          <a:off x="5000602" y="875597"/>
          <a:ext cx="1848520" cy="4107882"/>
        </a:xfrm>
        <a:prstGeom prst="wedgeRectCallout">
          <a:avLst>
            <a:gd name="adj1" fmla="val 0"/>
            <a:gd name="adj2" fmla="val 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l" defTabSz="622300">
            <a:lnSpc>
              <a:spcPct val="90000"/>
            </a:lnSpc>
            <a:spcBef>
              <a:spcPct val="0"/>
            </a:spcBef>
            <a:spcAft>
              <a:spcPct val="35000"/>
            </a:spcAft>
            <a:buNone/>
          </a:pPr>
          <a:r>
            <a:rPr lang="en-IN" sz="1400" b="0" kern="1200" dirty="0"/>
            <a:t>Develop a mobile app.</a:t>
          </a:r>
        </a:p>
        <a:p>
          <a:pPr marL="0" lvl="0" indent="0" algn="l" defTabSz="622300">
            <a:lnSpc>
              <a:spcPct val="90000"/>
            </a:lnSpc>
            <a:spcBef>
              <a:spcPct val="0"/>
            </a:spcBef>
            <a:spcAft>
              <a:spcPct val="35000"/>
            </a:spcAft>
            <a:buNone/>
          </a:pPr>
          <a:endParaRPr lang="en-IN" sz="1400" b="0" kern="1200" dirty="0"/>
        </a:p>
        <a:p>
          <a:pPr marL="0" lvl="0" indent="0" algn="l" defTabSz="622300">
            <a:lnSpc>
              <a:spcPct val="90000"/>
            </a:lnSpc>
            <a:spcBef>
              <a:spcPct val="0"/>
            </a:spcBef>
            <a:spcAft>
              <a:spcPct val="35000"/>
            </a:spcAft>
            <a:buNone/>
          </a:pPr>
          <a:r>
            <a:rPr lang="en-IN" sz="1400" b="0" kern="1200" dirty="0"/>
            <a:t>Integrate the ML model into the app using TensorFlow Lite for offline prediction.</a:t>
          </a:r>
        </a:p>
        <a:p>
          <a:pPr marL="0" lvl="0" indent="0" algn="l" defTabSz="622300">
            <a:lnSpc>
              <a:spcPct val="90000"/>
            </a:lnSpc>
            <a:spcBef>
              <a:spcPct val="0"/>
            </a:spcBef>
            <a:spcAft>
              <a:spcPct val="35000"/>
            </a:spcAft>
            <a:buNone/>
          </a:pPr>
          <a:endParaRPr lang="en-IN" sz="1400" b="0" kern="1200" dirty="0"/>
        </a:p>
        <a:p>
          <a:pPr marL="0" lvl="0" indent="0" algn="l" defTabSz="622300">
            <a:lnSpc>
              <a:spcPct val="90000"/>
            </a:lnSpc>
            <a:spcBef>
              <a:spcPct val="0"/>
            </a:spcBef>
            <a:spcAft>
              <a:spcPct val="35000"/>
            </a:spcAft>
            <a:buNone/>
          </a:pPr>
          <a:r>
            <a:rPr lang="en-IN" sz="1400" b="0" kern="1200" dirty="0"/>
            <a:t>Fully functional mobile App prototype.</a:t>
          </a:r>
        </a:p>
        <a:p>
          <a:pPr marL="0" lvl="0" indent="0" algn="l" defTabSz="622300">
            <a:lnSpc>
              <a:spcPct val="90000"/>
            </a:lnSpc>
            <a:spcBef>
              <a:spcPct val="0"/>
            </a:spcBef>
            <a:spcAft>
              <a:spcPct val="35000"/>
            </a:spcAft>
            <a:buNone/>
          </a:pPr>
          <a:endParaRPr lang="en-IN" sz="1400" b="0" kern="1200" dirty="0"/>
        </a:p>
        <a:p>
          <a:pPr marL="0" lvl="0" indent="0" algn="l" defTabSz="622300">
            <a:lnSpc>
              <a:spcPct val="90000"/>
            </a:lnSpc>
            <a:spcBef>
              <a:spcPct val="0"/>
            </a:spcBef>
            <a:spcAft>
              <a:spcPct val="35000"/>
            </a:spcAft>
            <a:buNone/>
          </a:pPr>
          <a:r>
            <a:rPr lang="en-IN" sz="1400" b="0" kern="1200" dirty="0"/>
            <a:t>Final presentation/demo</a:t>
          </a:r>
        </a:p>
      </dsp:txBody>
      <dsp:txXfrm>
        <a:off x="5235203" y="875597"/>
        <a:ext cx="1613919" cy="4107882"/>
      </dsp:txXfrm>
    </dsp:sp>
    <dsp:sp modelId="{90B257EC-1765-4A9F-A89B-FAE32D239642}">
      <dsp:nvSpPr>
        <dsp:cNvPr id="0" name=""/>
        <dsp:cNvSpPr/>
      </dsp:nvSpPr>
      <dsp:spPr>
        <a:xfrm>
          <a:off x="5000602" y="0"/>
          <a:ext cx="1848520" cy="87709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333500">
            <a:lnSpc>
              <a:spcPct val="90000"/>
            </a:lnSpc>
            <a:spcBef>
              <a:spcPct val="0"/>
            </a:spcBef>
            <a:spcAft>
              <a:spcPct val="35000"/>
            </a:spcAft>
            <a:buNone/>
          </a:pPr>
          <a:r>
            <a:rPr lang="en-IN" sz="3000" kern="1200" dirty="0"/>
            <a:t>Review 3</a:t>
          </a:r>
        </a:p>
      </dsp:txBody>
      <dsp:txXfrm>
        <a:off x="5000602" y="0"/>
        <a:ext cx="1848520" cy="877092"/>
      </dsp:txXfrm>
    </dsp:sp>
    <dsp:sp modelId="{8F278931-6B8D-4CC7-B222-54A106DEA7D2}">
      <dsp:nvSpPr>
        <dsp:cNvPr id="0" name=""/>
        <dsp:cNvSpPr/>
      </dsp:nvSpPr>
      <dsp:spPr>
        <a:xfrm>
          <a:off x="3151527" y="875597"/>
          <a:ext cx="1848520" cy="3814853"/>
        </a:xfrm>
        <a:prstGeom prst="wedgeRectCallout">
          <a:avLst>
            <a:gd name="adj1" fmla="val 62500"/>
            <a:gd name="adj2" fmla="val 2083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l" defTabSz="622300">
            <a:lnSpc>
              <a:spcPct val="90000"/>
            </a:lnSpc>
            <a:spcBef>
              <a:spcPct val="0"/>
            </a:spcBef>
            <a:spcAft>
              <a:spcPct val="35000"/>
            </a:spcAft>
            <a:buNone/>
          </a:pPr>
          <a:r>
            <a:rPr lang="en-US" sz="1400" b="0" kern="1200" dirty="0"/>
            <a:t>Basic ML model skin disease classification.</a:t>
          </a:r>
          <a:endParaRPr lang="en-IN" sz="1400" b="0" kern="1200" dirty="0"/>
        </a:p>
        <a:p>
          <a:pPr marL="0" lvl="0" indent="0" algn="l" defTabSz="622300">
            <a:lnSpc>
              <a:spcPct val="90000"/>
            </a:lnSpc>
            <a:spcBef>
              <a:spcPct val="0"/>
            </a:spcBef>
            <a:spcAft>
              <a:spcPct val="35000"/>
            </a:spcAft>
            <a:buNone/>
          </a:pPr>
          <a:endParaRPr lang="en-IN" sz="1400" b="0" kern="1200" dirty="0"/>
        </a:p>
        <a:p>
          <a:pPr marL="0" lvl="0" indent="0" algn="l" defTabSz="622300">
            <a:lnSpc>
              <a:spcPct val="90000"/>
            </a:lnSpc>
            <a:spcBef>
              <a:spcPct val="0"/>
            </a:spcBef>
            <a:spcAft>
              <a:spcPct val="35000"/>
            </a:spcAft>
            <a:buNone/>
          </a:pPr>
          <a:r>
            <a:rPr lang="en-IN" sz="1400" b="0" kern="1200" dirty="0"/>
            <a:t>Host the model on server backend.</a:t>
          </a:r>
        </a:p>
        <a:p>
          <a:pPr marL="0" lvl="0" indent="0" algn="l" defTabSz="622300">
            <a:lnSpc>
              <a:spcPct val="90000"/>
            </a:lnSpc>
            <a:spcBef>
              <a:spcPct val="0"/>
            </a:spcBef>
            <a:spcAft>
              <a:spcPct val="35000"/>
            </a:spcAft>
            <a:buNone/>
          </a:pPr>
          <a:endParaRPr lang="en-IN" sz="1400" b="0" kern="1200" dirty="0"/>
        </a:p>
        <a:p>
          <a:pPr marL="0" lvl="0" indent="0" algn="l" defTabSz="622300">
            <a:lnSpc>
              <a:spcPct val="90000"/>
            </a:lnSpc>
            <a:spcBef>
              <a:spcPct val="0"/>
            </a:spcBef>
            <a:spcAft>
              <a:spcPct val="35000"/>
            </a:spcAft>
            <a:buNone/>
          </a:pPr>
          <a:r>
            <a:rPr lang="en-IN" sz="1400" b="0" kern="1200" dirty="0"/>
            <a:t>Create a simple web interface where users can upload an image.</a:t>
          </a:r>
        </a:p>
        <a:p>
          <a:pPr marL="0" lvl="0" indent="0" algn="l" defTabSz="622300">
            <a:lnSpc>
              <a:spcPct val="90000"/>
            </a:lnSpc>
            <a:spcBef>
              <a:spcPct val="0"/>
            </a:spcBef>
            <a:spcAft>
              <a:spcPct val="35000"/>
            </a:spcAft>
            <a:buNone/>
          </a:pPr>
          <a:endParaRPr lang="en-IN" sz="1400" b="0" kern="1200" dirty="0"/>
        </a:p>
        <a:p>
          <a:pPr marL="0" lvl="0" indent="0" algn="l" defTabSz="622300">
            <a:lnSpc>
              <a:spcPct val="90000"/>
            </a:lnSpc>
            <a:spcBef>
              <a:spcPct val="0"/>
            </a:spcBef>
            <a:spcAft>
              <a:spcPct val="35000"/>
            </a:spcAft>
            <a:buNone/>
          </a:pPr>
          <a:r>
            <a:rPr lang="en-IN" sz="1400" b="0" kern="1200" dirty="0"/>
            <a:t>Working demo of model prediction via web page.</a:t>
          </a:r>
        </a:p>
      </dsp:txBody>
      <dsp:txXfrm>
        <a:off x="3386128" y="875597"/>
        <a:ext cx="1613919" cy="3814853"/>
      </dsp:txXfrm>
    </dsp:sp>
    <dsp:sp modelId="{54947268-7D80-43D0-BAC7-D48FEEE56E8A}">
      <dsp:nvSpPr>
        <dsp:cNvPr id="0" name=""/>
        <dsp:cNvSpPr/>
      </dsp:nvSpPr>
      <dsp:spPr>
        <a:xfrm>
          <a:off x="3151527" y="142029"/>
          <a:ext cx="1848520" cy="7335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333500">
            <a:lnSpc>
              <a:spcPct val="90000"/>
            </a:lnSpc>
            <a:spcBef>
              <a:spcPct val="0"/>
            </a:spcBef>
            <a:spcAft>
              <a:spcPct val="35000"/>
            </a:spcAft>
            <a:buNone/>
          </a:pPr>
          <a:r>
            <a:rPr lang="en-IN" sz="3000" kern="1200" dirty="0"/>
            <a:t>Review 2</a:t>
          </a:r>
        </a:p>
      </dsp:txBody>
      <dsp:txXfrm>
        <a:off x="3151527" y="142029"/>
        <a:ext cx="1848520" cy="733568"/>
      </dsp:txXfrm>
    </dsp:sp>
    <dsp:sp modelId="{9A06DBBE-50AE-409C-B06D-5BEB8C9F0EEF}">
      <dsp:nvSpPr>
        <dsp:cNvPr id="0" name=""/>
        <dsp:cNvSpPr/>
      </dsp:nvSpPr>
      <dsp:spPr>
        <a:xfrm>
          <a:off x="1303026" y="864188"/>
          <a:ext cx="1848520" cy="3521326"/>
        </a:xfrm>
        <a:prstGeom prst="wedgeRectCallout">
          <a:avLst>
            <a:gd name="adj1" fmla="val 62500"/>
            <a:gd name="adj2" fmla="val 2083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l" defTabSz="622300">
            <a:lnSpc>
              <a:spcPct val="90000"/>
            </a:lnSpc>
            <a:spcBef>
              <a:spcPct val="0"/>
            </a:spcBef>
            <a:spcAft>
              <a:spcPct val="35000"/>
            </a:spcAft>
            <a:buFont typeface="Arial" panose="020B0604020202020204" pitchFamily="34" charset="0"/>
            <a:buNone/>
          </a:pPr>
          <a:r>
            <a:rPr lang="en-IN" sz="1400" b="0" kern="1200" dirty="0"/>
            <a:t>Problem statement objectives.</a:t>
          </a:r>
        </a:p>
        <a:p>
          <a:pPr marL="0" lvl="0" indent="0" algn="l" defTabSz="622300">
            <a:lnSpc>
              <a:spcPct val="90000"/>
            </a:lnSpc>
            <a:spcBef>
              <a:spcPct val="0"/>
            </a:spcBef>
            <a:spcAft>
              <a:spcPct val="35000"/>
            </a:spcAft>
            <a:buFont typeface="Arial" panose="020B0604020202020204" pitchFamily="34" charset="0"/>
            <a:buNone/>
          </a:pPr>
          <a:endParaRPr lang="en-IN" sz="1400" b="0" kern="1200" dirty="0"/>
        </a:p>
        <a:p>
          <a:pPr marL="0" lvl="0" indent="0" algn="l" defTabSz="622300">
            <a:lnSpc>
              <a:spcPct val="90000"/>
            </a:lnSpc>
            <a:spcBef>
              <a:spcPct val="0"/>
            </a:spcBef>
            <a:spcAft>
              <a:spcPct val="35000"/>
            </a:spcAft>
            <a:buFont typeface="Arial" panose="020B0604020202020204" pitchFamily="34" charset="0"/>
            <a:buNone/>
          </a:pPr>
          <a:r>
            <a:rPr lang="en-IN" sz="1400" b="0" kern="1200" dirty="0"/>
            <a:t>Datasets proposed methodology.</a:t>
          </a:r>
        </a:p>
        <a:p>
          <a:pPr marL="0" lvl="0" indent="0" algn="l" defTabSz="622300">
            <a:lnSpc>
              <a:spcPct val="90000"/>
            </a:lnSpc>
            <a:spcBef>
              <a:spcPct val="0"/>
            </a:spcBef>
            <a:spcAft>
              <a:spcPct val="35000"/>
            </a:spcAft>
            <a:buFont typeface="Arial" panose="020B0604020202020204" pitchFamily="34" charset="0"/>
            <a:buNone/>
          </a:pPr>
          <a:endParaRPr lang="en-IN" sz="1400" b="0" kern="1200" dirty="0"/>
        </a:p>
        <a:p>
          <a:pPr marL="0" lvl="0" indent="0" algn="l" defTabSz="622300">
            <a:lnSpc>
              <a:spcPct val="90000"/>
            </a:lnSpc>
            <a:spcBef>
              <a:spcPct val="0"/>
            </a:spcBef>
            <a:spcAft>
              <a:spcPct val="35000"/>
            </a:spcAft>
            <a:buFont typeface="Arial" panose="020B0604020202020204" pitchFamily="34" charset="0"/>
            <a:buNone/>
          </a:pPr>
          <a:r>
            <a:rPr lang="en-IN" sz="1400" b="0" kern="1200" dirty="0"/>
            <a:t>Project objective and scope documentation.</a:t>
          </a:r>
        </a:p>
        <a:p>
          <a:pPr marL="0" lvl="0" indent="0" algn="l" defTabSz="622300">
            <a:lnSpc>
              <a:spcPct val="90000"/>
            </a:lnSpc>
            <a:spcBef>
              <a:spcPct val="0"/>
            </a:spcBef>
            <a:spcAft>
              <a:spcPct val="35000"/>
            </a:spcAft>
            <a:buFont typeface="Arial" panose="020B0604020202020204" pitchFamily="34" charset="0"/>
            <a:buNone/>
          </a:pPr>
          <a:endParaRPr lang="en-IN" sz="1400" b="0" kern="1200" dirty="0"/>
        </a:p>
        <a:p>
          <a:pPr marL="0" lvl="0" indent="0" algn="l" defTabSz="622300">
            <a:lnSpc>
              <a:spcPct val="90000"/>
            </a:lnSpc>
            <a:spcBef>
              <a:spcPct val="0"/>
            </a:spcBef>
            <a:spcAft>
              <a:spcPct val="35000"/>
            </a:spcAft>
            <a:buFont typeface="Arial" panose="020B0604020202020204" pitchFamily="34" charset="0"/>
            <a:buNone/>
          </a:pPr>
          <a:r>
            <a:rPr lang="en-IN" sz="1400" b="0" kern="1200" dirty="0"/>
            <a:t>Initial presentation of approach and planned tech stack.</a:t>
          </a:r>
        </a:p>
      </dsp:txBody>
      <dsp:txXfrm>
        <a:off x="1537626" y="864188"/>
        <a:ext cx="1613919" cy="3521326"/>
      </dsp:txXfrm>
    </dsp:sp>
    <dsp:sp modelId="{5D249563-D7C0-404C-9BE1-419D9C44A9FA}">
      <dsp:nvSpPr>
        <dsp:cNvPr id="0" name=""/>
        <dsp:cNvSpPr/>
      </dsp:nvSpPr>
      <dsp:spPr>
        <a:xfrm>
          <a:off x="1303007" y="288543"/>
          <a:ext cx="1848520" cy="58705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333500">
            <a:lnSpc>
              <a:spcPct val="90000"/>
            </a:lnSpc>
            <a:spcBef>
              <a:spcPct val="0"/>
            </a:spcBef>
            <a:spcAft>
              <a:spcPct val="35000"/>
            </a:spcAft>
            <a:buNone/>
          </a:pPr>
          <a:r>
            <a:rPr lang="en-IN" sz="3000" kern="1200" dirty="0"/>
            <a:t>Review 1</a:t>
          </a:r>
        </a:p>
      </dsp:txBody>
      <dsp:txXfrm>
        <a:off x="1303007" y="288543"/>
        <a:ext cx="1848520" cy="587053"/>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173075" y="740139"/>
            <a:ext cx="11597893"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US" sz="2400" dirty="0">
                <a:solidFill>
                  <a:schemeClr val="tx1"/>
                </a:solidFill>
                <a:latin typeface="Cambria" panose="02040503050406030204" pitchFamily="18" charset="0"/>
                <a:ea typeface="Cambria" panose="02040503050406030204" pitchFamily="18" charset="0"/>
              </a:rPr>
              <a:t>Al-based tool for preliminary diagnosis of Dermatological manifestations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197505" y="2030585"/>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CIT_23</a:t>
            </a:r>
            <a:endParaRPr sz="1800" dirty="0">
              <a:solidFill>
                <a:srgbClr val="FF0000"/>
              </a:solidFill>
              <a:latin typeface="Cambria" panose="02040503050406030204" pitchFamily="18" charset="0"/>
              <a:ea typeface="Cambria" panose="02040503050406030204" pitchFamily="18" charset="0"/>
            </a:endParaRPr>
          </a:p>
        </p:txBody>
      </p:sp>
      <p:sp>
        <p:nvSpPr>
          <p:cNvPr id="90" name="Google Shape;90;p13"/>
          <p:cNvSpPr txBox="1"/>
          <p:nvPr/>
        </p:nvSpPr>
        <p:spPr>
          <a:xfrm>
            <a:off x="6315022" y="2030585"/>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IN" sz="1800" b="1" dirty="0">
                <a:latin typeface="Cambria" panose="02040503050406030204" pitchFamily="18" charset="0"/>
                <a:ea typeface="Cambria" panose="02040503050406030204" pitchFamily="18" charset="0"/>
              </a:rPr>
              <a:t>Dr. Mohammad Buran Basha</a:t>
            </a:r>
            <a:endParaRPr sz="1800" b="1"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chemeClr val="tx1"/>
                </a:solidFill>
                <a:latin typeface="Cambria" panose="02040503050406030204" pitchFamily="18" charset="0"/>
                <a:ea typeface="Cambria" panose="02040503050406030204" pitchFamily="18" charset="0"/>
                <a:cs typeface="Verdana"/>
                <a:sym typeface="Verdana"/>
              </a:rPr>
              <a:t>Professor</a:t>
            </a:r>
            <a:endParaRPr dirty="0">
              <a:solidFill>
                <a:schemeClr val="tx1"/>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chemeClr val="tx1"/>
                </a:solidFill>
                <a:latin typeface="Cambria" panose="02040503050406030204" pitchFamily="18" charset="0"/>
                <a:ea typeface="Cambria" panose="02040503050406030204" pitchFamily="18" charset="0"/>
                <a:cs typeface="Verdana"/>
                <a:sym typeface="Verdana"/>
              </a:rPr>
              <a:t>School of Computer Science and Engineering</a:t>
            </a:r>
            <a:endParaRPr dirty="0">
              <a:solidFill>
                <a:schemeClr val="tx1"/>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chemeClr val="tx1"/>
                </a:solidFill>
                <a:latin typeface="Cambria" panose="02040503050406030204" pitchFamily="18" charset="0"/>
                <a:ea typeface="Cambria" panose="02040503050406030204" pitchFamily="18" charset="0"/>
                <a:cs typeface="Verdana"/>
                <a:sym typeface="Verdana"/>
              </a:rPr>
              <a:t>Presidency University </a:t>
            </a:r>
            <a:endParaRPr dirty="0">
              <a:solidFill>
                <a:schemeClr val="tx1"/>
              </a:solidFill>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998578095"/>
              </p:ext>
            </p:extLst>
          </p:nvPr>
        </p:nvGraphicFramePr>
        <p:xfrm>
          <a:off x="0" y="2748934"/>
          <a:ext cx="5894430" cy="2194620"/>
        </p:xfrm>
        <a:graphic>
          <a:graphicData uri="http://schemas.openxmlformats.org/drawingml/2006/table">
            <a:tbl>
              <a:tblPr firstRow="1" bandRow="1">
                <a:noFill/>
                <a:tableStyleId>{57690726-49DA-4552-BDEB-330DD8EA8BD9}</a:tableStyleId>
              </a:tblPr>
              <a:tblGrid>
                <a:gridCol w="2019231">
                  <a:extLst>
                    <a:ext uri="{9D8B030D-6E8A-4147-A177-3AD203B41FA5}">
                      <a16:colId xmlns:a16="http://schemas.microsoft.com/office/drawing/2014/main" val="20000"/>
                    </a:ext>
                  </a:extLst>
                </a:gridCol>
                <a:gridCol w="3875199">
                  <a:extLst>
                    <a:ext uri="{9D8B030D-6E8A-4147-A177-3AD203B41FA5}">
                      <a16:colId xmlns:a16="http://schemas.microsoft.com/office/drawing/2014/main" val="20001"/>
                    </a:ext>
                  </a:extLst>
                </a:gridCol>
              </a:tblGrid>
              <a:tr h="27925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79253">
                <a:tc>
                  <a:txBody>
                    <a:bodyPr/>
                    <a:lstStyle/>
                    <a:p>
                      <a:pPr marL="0" marR="0" lvl="0" indent="0" algn="ctr" rtl="0">
                        <a:spcBef>
                          <a:spcPts val="0"/>
                        </a:spcBef>
                        <a:spcAft>
                          <a:spcPts val="0"/>
                        </a:spcAft>
                        <a:buFont typeface="+mj-lt"/>
                        <a:buNone/>
                      </a:pPr>
                      <a:r>
                        <a:rPr lang="en-IN" sz="1800" u="none" strike="noStrike" cap="none" dirty="0"/>
                        <a:t>20221CIT0085</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VINOD</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79253">
                <a:tc>
                  <a:txBody>
                    <a:bodyPr/>
                    <a:lstStyle/>
                    <a:p>
                      <a:pPr marL="0" marR="0" lvl="0" indent="0" algn="ctr" rtl="0">
                        <a:spcBef>
                          <a:spcPts val="0"/>
                        </a:spcBef>
                        <a:spcAft>
                          <a:spcPts val="0"/>
                        </a:spcAft>
                        <a:buNone/>
                      </a:pPr>
                      <a:r>
                        <a:rPr lang="en-IN" sz="1800" u="none" strike="noStrike" cap="none" dirty="0"/>
                        <a:t>20221CIT0077</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NALLIN KUMAR AB</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79253">
                <a:tc>
                  <a:txBody>
                    <a:bodyPr/>
                    <a:lstStyle/>
                    <a:p>
                      <a:pPr marL="0" marR="0" lvl="0" indent="0" algn="ctr" rtl="0">
                        <a:spcBef>
                          <a:spcPts val="0"/>
                        </a:spcBef>
                        <a:spcAft>
                          <a:spcPts val="0"/>
                        </a:spcAft>
                        <a:buNone/>
                      </a:pPr>
                      <a:r>
                        <a:rPr lang="en-IN" sz="1800" u="none" strike="noStrike" cap="none" dirty="0"/>
                        <a:t>20221CIT0068</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DEEKSHA D</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7925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7925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 y="4683469"/>
            <a:ext cx="8595360" cy="1321468"/>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CIT-Computer Science &amp; Engineering (Internet of Things)</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18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US" sz="1800"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Dr. Anandaraj S.P</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Dr. </a:t>
            </a:r>
            <a:r>
              <a:rPr lang="en-US" sz="1800" b="1" dirty="0" err="1">
                <a:solidFill>
                  <a:schemeClr val="tx1">
                    <a:lumMod val="95000"/>
                    <a:lumOff val="5000"/>
                  </a:schemeClr>
                </a:solidFill>
                <a:latin typeface="Cambria" panose="02040503050406030204" pitchFamily="18" charset="0"/>
                <a:ea typeface="Cambria" panose="02040503050406030204" pitchFamily="18" charset="0"/>
                <a:cs typeface="Verdana"/>
                <a:sym typeface="Verdana"/>
              </a:rPr>
              <a:t>Sharmasth</a:t>
            </a:r>
            <a:r>
              <a:rPr lang="en-US" sz="1800"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 Vali</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Arjunan</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416560" y="1143000"/>
            <a:ext cx="11064240" cy="5278119"/>
          </a:xfrm>
          <a:prstGeom prst="rect">
            <a:avLst/>
          </a:prstGeom>
          <a:noFill/>
          <a:ln>
            <a:noFill/>
          </a:ln>
        </p:spPr>
        <p:txBody>
          <a:bodyPr spcFirstLastPara="1" wrap="square" lIns="91425" tIns="45700" rIns="91425" bIns="45700" anchor="t" anchorCtr="0">
            <a:normAutofit fontScale="62500" lnSpcReduction="20000"/>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Global Burden of Disease (GBD)</a:t>
            </a:r>
            <a:endParaRPr lang="en-US" dirty="0">
              <a:solidFill>
                <a:srgbClr val="FF0000"/>
              </a:solidFill>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 Software</a:t>
            </a:r>
          </a:p>
          <a:p>
            <a:pPr marL="342900" lvl="0" indent="-190500" algn="just">
              <a:lnSpc>
                <a:spcPct val="200000"/>
              </a:lnSpc>
              <a:spcBef>
                <a:spcPts val="0"/>
              </a:spcBef>
              <a:buNone/>
            </a:pPr>
            <a:r>
              <a:rPr lang="en-US" sz="2600" dirty="0">
                <a:latin typeface="Cambria" panose="02040503050406030204" pitchFamily="18" charset="0"/>
                <a:ea typeface="Cambria" panose="02040503050406030204" pitchFamily="18" charset="0"/>
              </a:rPr>
              <a:t>Problem Description: The Global Burden of Disease project has shown that skin diseases continue to be the 4th leading cause of nonfatal disease burden worldwide. These conditions are often the presenting face of more severe systemic illnesses, including HIV and neglected tropical diseases (NTD). such as elephantiasis and other lymphedema causing diseases. Additionally, skin disorders pose a significant threat to patients’ well-being, mental health, ability to function, and social participation. However, it is very difficult to provide better dermatological care to under-served or resource poor  regions in a cost-effective manner owing to unavailability of efficient diagnostic tools, lack of connectivity, and poor laboratory infrastructure etc. Moreover, there is also a scarcity of physicians with dermatological training. Even, preliminary screening of a dermatological manifestation seems to be an arduous task. Thus, developing an Artificial intelligence-based tool (through Image processing technique) for preliminary diagnosis of numerous dermatological conditions will prove to be a boon in the health care system.</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sz="1800"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Example Tech Stack Combo (if mobile app + AI model):</a:t>
            </a:r>
            <a:endParaRPr lang="en-IN" dirty="0">
              <a:latin typeface="Cambria" panose="02040503050406030204" pitchFamily="18" charset="0"/>
              <a:ea typeface="Cambria" panose="02040503050406030204" pitchFamily="18" charset="0"/>
            </a:endParaRPr>
          </a:p>
          <a:p>
            <a:pPr>
              <a:buFont typeface="Wingdings" panose="05000000000000000000" pitchFamily="2" charset="2"/>
              <a:buChar char="§"/>
            </a:pPr>
            <a:r>
              <a:rPr lang="en-IN" sz="1800" dirty="0">
                <a:latin typeface="Cambria" panose="02040503050406030204" pitchFamily="18" charset="0"/>
                <a:ea typeface="Cambria" panose="02040503050406030204" pitchFamily="18" charset="0"/>
              </a:rPr>
              <a:t>AI Model: Python + TensorFlow/</a:t>
            </a:r>
            <a:r>
              <a:rPr lang="en-IN" sz="1800" dirty="0" err="1">
                <a:latin typeface="Cambria" panose="02040503050406030204" pitchFamily="18" charset="0"/>
                <a:ea typeface="Cambria" panose="02040503050406030204" pitchFamily="18" charset="0"/>
              </a:rPr>
              <a:t>Keras</a:t>
            </a:r>
            <a:r>
              <a:rPr lang="en-IN" sz="1800" dirty="0">
                <a:latin typeface="Cambria" panose="02040503050406030204" pitchFamily="18" charset="0"/>
                <a:ea typeface="Cambria" panose="02040503050406030204" pitchFamily="18" charset="0"/>
              </a:rPr>
              <a:t> + OpenCV</a:t>
            </a:r>
          </a:p>
          <a:p>
            <a:pPr>
              <a:buFont typeface="Wingdings" panose="05000000000000000000" pitchFamily="2" charset="2"/>
              <a:buChar char="§"/>
            </a:pPr>
            <a:r>
              <a:rPr lang="en-IN" sz="1800" dirty="0">
                <a:latin typeface="Cambria" panose="02040503050406030204" pitchFamily="18" charset="0"/>
                <a:ea typeface="Cambria" panose="02040503050406030204" pitchFamily="18" charset="0"/>
              </a:rPr>
              <a:t>Dataset: ISIC + Kaggle</a:t>
            </a:r>
          </a:p>
          <a:p>
            <a:pPr>
              <a:buFont typeface="Wingdings" panose="05000000000000000000" pitchFamily="2" charset="2"/>
              <a:buChar char="§"/>
            </a:pPr>
            <a:r>
              <a:rPr lang="en-IN" sz="1800" dirty="0">
                <a:latin typeface="Cambria" panose="02040503050406030204" pitchFamily="18" charset="0"/>
                <a:ea typeface="Cambria" panose="02040503050406030204" pitchFamily="18" charset="0"/>
              </a:rPr>
              <a:t>Frontend (Mobile): Flutter (Dart)</a:t>
            </a:r>
          </a:p>
          <a:p>
            <a:pPr>
              <a:buFont typeface="Wingdings" panose="05000000000000000000" pitchFamily="2" charset="2"/>
              <a:buChar char="§"/>
            </a:pPr>
            <a:r>
              <a:rPr lang="en-IN" sz="1800" dirty="0">
                <a:latin typeface="Cambria" panose="02040503050406030204" pitchFamily="18" charset="0"/>
                <a:ea typeface="Cambria" panose="02040503050406030204" pitchFamily="18" charset="0"/>
              </a:rPr>
              <a:t>Deployment: TensorFlow Lite (runs model inside app)</a:t>
            </a:r>
          </a:p>
          <a:p>
            <a:pPr>
              <a:buFont typeface="Wingdings" panose="05000000000000000000" pitchFamily="2" charset="2"/>
              <a:buChar char="§"/>
            </a:pPr>
            <a:r>
              <a:rPr lang="en-IN" sz="1800" dirty="0">
                <a:latin typeface="Cambria" panose="02040503050406030204" pitchFamily="18" charset="0"/>
                <a:ea typeface="Cambria" panose="02040503050406030204" pitchFamily="18" charset="0"/>
              </a:rPr>
              <a:t>Database: Firebase (store user data + history)</a:t>
            </a:r>
          </a:p>
          <a:p>
            <a:pPr marL="76200" indent="0">
              <a:buNone/>
            </a:pPr>
            <a:endParaRPr lang="en-IN" sz="1800"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Example Tech Stack Combo (if web app + cloud backend):</a:t>
            </a:r>
            <a:endParaRPr lang="en-IN" dirty="0">
              <a:latin typeface="Cambria" panose="02040503050406030204" pitchFamily="18" charset="0"/>
              <a:ea typeface="Cambria" panose="02040503050406030204" pitchFamily="18" charset="0"/>
            </a:endParaRPr>
          </a:p>
          <a:p>
            <a:pPr>
              <a:buFont typeface="Wingdings" panose="05000000000000000000" pitchFamily="2" charset="2"/>
              <a:buChar char="§"/>
            </a:pPr>
            <a:r>
              <a:rPr lang="en-IN" sz="1800" dirty="0">
                <a:latin typeface="Cambria" panose="02040503050406030204" pitchFamily="18" charset="0"/>
                <a:ea typeface="Cambria" panose="02040503050406030204" pitchFamily="18" charset="0"/>
              </a:rPr>
              <a:t>AI Model: Python + </a:t>
            </a:r>
            <a:r>
              <a:rPr lang="en-IN" sz="1800" dirty="0" err="1">
                <a:latin typeface="Cambria" panose="02040503050406030204" pitchFamily="18" charset="0"/>
                <a:ea typeface="Cambria" panose="02040503050406030204" pitchFamily="18" charset="0"/>
              </a:rPr>
              <a:t>PyTorch</a:t>
            </a:r>
            <a:r>
              <a:rPr lang="en-IN" sz="1800" dirty="0">
                <a:latin typeface="Cambria" panose="02040503050406030204" pitchFamily="18" charset="0"/>
                <a:ea typeface="Cambria" panose="02040503050406030204" pitchFamily="18" charset="0"/>
              </a:rPr>
              <a:t> + OpenCV</a:t>
            </a:r>
          </a:p>
          <a:p>
            <a:pPr>
              <a:buFont typeface="Wingdings" panose="05000000000000000000" pitchFamily="2" charset="2"/>
              <a:buChar char="§"/>
            </a:pPr>
            <a:r>
              <a:rPr lang="en-IN" sz="1800" dirty="0">
                <a:latin typeface="Cambria" panose="02040503050406030204" pitchFamily="18" charset="0"/>
                <a:ea typeface="Cambria" panose="02040503050406030204" pitchFamily="18" charset="0"/>
              </a:rPr>
              <a:t>Frontend: React.js</a:t>
            </a:r>
          </a:p>
          <a:p>
            <a:pPr>
              <a:buFont typeface="Wingdings" panose="05000000000000000000" pitchFamily="2" charset="2"/>
              <a:buChar char="§"/>
            </a:pPr>
            <a:r>
              <a:rPr lang="en-IN" sz="1800" dirty="0">
                <a:latin typeface="Cambria" panose="02040503050406030204" pitchFamily="18" charset="0"/>
                <a:ea typeface="Cambria" panose="02040503050406030204" pitchFamily="18" charset="0"/>
              </a:rPr>
              <a:t>Backend: </a:t>
            </a:r>
            <a:r>
              <a:rPr lang="en-IN" sz="1800" dirty="0" err="1">
                <a:latin typeface="Cambria" panose="02040503050406030204" pitchFamily="18" charset="0"/>
                <a:ea typeface="Cambria" panose="02040503050406030204" pitchFamily="18" charset="0"/>
              </a:rPr>
              <a:t>FastAPI</a:t>
            </a:r>
            <a:r>
              <a:rPr lang="en-IN" sz="1800" dirty="0">
                <a:latin typeface="Cambria" panose="02040503050406030204" pitchFamily="18" charset="0"/>
                <a:ea typeface="Cambria" panose="02040503050406030204" pitchFamily="18" charset="0"/>
              </a:rPr>
              <a:t> + Docker</a:t>
            </a:r>
          </a:p>
          <a:p>
            <a:pPr>
              <a:buFont typeface="Wingdings" panose="05000000000000000000" pitchFamily="2" charset="2"/>
              <a:buChar char="§"/>
            </a:pPr>
            <a:r>
              <a:rPr lang="en-IN" sz="1800" dirty="0">
                <a:latin typeface="Cambria" panose="02040503050406030204" pitchFamily="18" charset="0"/>
                <a:ea typeface="Cambria" panose="02040503050406030204" pitchFamily="18" charset="0"/>
              </a:rPr>
              <a:t>Database: MongoDB (disease images + records)</a:t>
            </a:r>
          </a:p>
          <a:p>
            <a:pPr>
              <a:buFont typeface="Wingdings" panose="05000000000000000000" pitchFamily="2" charset="2"/>
              <a:buChar char="§"/>
            </a:pPr>
            <a:r>
              <a:rPr lang="en-IN" sz="1800" dirty="0">
                <a:latin typeface="Cambria" panose="02040503050406030204" pitchFamily="18" charset="0"/>
                <a:ea typeface="Cambria" panose="02040503050406030204" pitchFamily="18" charset="0"/>
              </a:rPr>
              <a:t>Deployment: AWS/GCP</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dirty="0">
                <a:latin typeface="Cambria" panose="02040503050406030204" pitchFamily="18" charset="0"/>
                <a:ea typeface="Cambria" panose="02040503050406030204" pitchFamily="18" charset="0"/>
              </a:rPr>
              <a:t>https://github.com/vinod9731/AI-Dermatology-Diagnosis-Tool-Project</a:t>
            </a: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538480" y="948690"/>
            <a:ext cx="3782060" cy="811530"/>
          </a:xfrm>
          <a:prstGeom prst="rect">
            <a:avLst/>
          </a:prstGeom>
          <a:noFill/>
          <a:ln>
            <a:noFill/>
          </a:ln>
        </p:spPr>
        <p:txBody>
          <a:bodyPr spcFirstLastPara="1" wrap="square" lIns="91425" tIns="45700" rIns="91425" bIns="45700" anchor="t" anchorCtr="0">
            <a:normAutofit fontScale="92500" lnSpcReduction="20000"/>
          </a:bodyPr>
          <a:lstStyle/>
          <a:p>
            <a:pPr marL="342900" lvl="0" indent="-190500" algn="just" rtl="0">
              <a:lnSpc>
                <a:spcPct val="200000"/>
              </a:lnSpc>
              <a:spcBef>
                <a:spcPts val="0"/>
              </a:spcBef>
              <a:spcAft>
                <a:spcPts val="0"/>
              </a:spcAft>
              <a:buClr>
                <a:schemeClr val="dk1"/>
              </a:buClr>
              <a:buSzPct val="100000"/>
              <a:buNone/>
            </a:pPr>
            <a:r>
              <a:rPr lang="en-US" sz="2800" dirty="0">
                <a:latin typeface="Cambria" panose="02040503050406030204" pitchFamily="18" charset="0"/>
                <a:ea typeface="Cambria" panose="02040503050406030204" pitchFamily="18" charset="0"/>
              </a:rPr>
              <a:t>Software Requirements: </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DF248818-9A2E-8F9B-BE8F-F060C9B7A144}"/>
              </a:ext>
            </a:extLst>
          </p:cNvPr>
          <p:cNvSpPr txBox="1"/>
          <p:nvPr/>
        </p:nvSpPr>
        <p:spPr>
          <a:xfrm>
            <a:off x="339089" y="5074920"/>
            <a:ext cx="6297930" cy="769441"/>
          </a:xfrm>
          <a:prstGeom prst="rect">
            <a:avLst/>
          </a:prstGeom>
          <a:noFill/>
        </p:spPr>
        <p:txBody>
          <a:bodyPr wrap="square" rtlCol="0">
            <a:spAutoFit/>
          </a:bodyPr>
          <a:lstStyle/>
          <a:p>
            <a:r>
              <a:rPr lang="en-IN" sz="1600" b="1" dirty="0"/>
              <a:t>     Cloud / Deployment (Optional)</a:t>
            </a:r>
          </a:p>
          <a:p>
            <a:pPr marL="285750" indent="-285750">
              <a:buFont typeface="Arial" panose="020B0604020202020204" pitchFamily="34" charset="0"/>
              <a:buChar char="•"/>
            </a:pPr>
            <a:r>
              <a:rPr lang="en-IN" dirty="0"/>
              <a:t>Google Cloud / AWS / Azure → Hosting AI model, database, and APIs</a:t>
            </a:r>
          </a:p>
          <a:p>
            <a:pPr marL="285750" indent="-285750">
              <a:buFont typeface="Arial" panose="020B0604020202020204" pitchFamily="34" charset="0"/>
              <a:buChar char="•"/>
            </a:pPr>
            <a:r>
              <a:rPr lang="en-IN" dirty="0"/>
              <a:t>Firebase → Authentication, storage, and mobile backend</a:t>
            </a:r>
          </a:p>
        </p:txBody>
      </p:sp>
      <p:sp>
        <p:nvSpPr>
          <p:cNvPr id="3" name="TextBox 2">
            <a:extLst>
              <a:ext uri="{FF2B5EF4-FFF2-40B4-BE49-F238E27FC236}">
                <a16:creationId xmlns:a16="http://schemas.microsoft.com/office/drawing/2014/main" id="{5D40B42B-EAD4-02C9-A49A-A1218B90679A}"/>
              </a:ext>
            </a:extLst>
          </p:cNvPr>
          <p:cNvSpPr txBox="1"/>
          <p:nvPr/>
        </p:nvSpPr>
        <p:spPr>
          <a:xfrm>
            <a:off x="339089" y="3587790"/>
            <a:ext cx="4640580" cy="1200329"/>
          </a:xfrm>
          <a:prstGeom prst="rect">
            <a:avLst/>
          </a:prstGeom>
          <a:noFill/>
        </p:spPr>
        <p:txBody>
          <a:bodyPr wrap="square" rtlCol="0">
            <a:spAutoFit/>
          </a:bodyPr>
          <a:lstStyle/>
          <a:p>
            <a:r>
              <a:rPr lang="en-IN" sz="1600" b="1" dirty="0"/>
              <a:t>     Development Tools  IDE/Editors</a:t>
            </a:r>
            <a:r>
              <a:rPr lang="en-IN" sz="1600" dirty="0"/>
              <a:t>:</a:t>
            </a:r>
          </a:p>
          <a:p>
            <a:pPr marL="285750" lvl="1" indent="-285750">
              <a:buFont typeface="Arial" panose="020B0604020202020204" pitchFamily="34" charset="0"/>
              <a:buChar char="•"/>
            </a:pPr>
            <a:r>
              <a:rPr lang="en-IN" dirty="0"/>
              <a:t>PyCharm / VS Code → for Python ML model coding</a:t>
            </a:r>
          </a:p>
          <a:p>
            <a:pPr marL="285750" lvl="1" indent="-285750">
              <a:buFont typeface="Arial" panose="020B0604020202020204" pitchFamily="34" charset="0"/>
              <a:buChar char="•"/>
            </a:pPr>
            <a:r>
              <a:rPr lang="en-IN" dirty="0"/>
              <a:t>Android Studio → for mobile app development</a:t>
            </a:r>
          </a:p>
          <a:p>
            <a:pPr marL="285750" lvl="1" indent="-285750">
              <a:buFont typeface="Arial" panose="020B0604020202020204" pitchFamily="34" charset="0"/>
              <a:buChar char="•"/>
            </a:pPr>
            <a:r>
              <a:rPr lang="en-IN" dirty="0" err="1"/>
              <a:t>Jupyter</a:t>
            </a:r>
            <a:r>
              <a:rPr lang="en-IN" dirty="0"/>
              <a:t> Notebook → for ML prototyping</a:t>
            </a:r>
          </a:p>
          <a:p>
            <a:pPr marL="285750" indent="-285750">
              <a:buFont typeface="Arial" panose="020B0604020202020204" pitchFamily="34" charset="0"/>
              <a:buChar char="•"/>
            </a:pPr>
            <a:r>
              <a:rPr lang="en-IN" dirty="0"/>
              <a:t>Version Control: Git + GitHub/GitLab/Bitbucket</a:t>
            </a:r>
          </a:p>
        </p:txBody>
      </p:sp>
      <p:sp>
        <p:nvSpPr>
          <p:cNvPr id="4" name="TextBox 3">
            <a:extLst>
              <a:ext uri="{FF2B5EF4-FFF2-40B4-BE49-F238E27FC236}">
                <a16:creationId xmlns:a16="http://schemas.microsoft.com/office/drawing/2014/main" id="{5B9CE558-3591-FA57-1467-6415798B3F71}"/>
              </a:ext>
            </a:extLst>
          </p:cNvPr>
          <p:cNvSpPr txBox="1"/>
          <p:nvPr/>
        </p:nvSpPr>
        <p:spPr>
          <a:xfrm>
            <a:off x="339090" y="1946772"/>
            <a:ext cx="4640579" cy="1323439"/>
          </a:xfrm>
          <a:prstGeom prst="rect">
            <a:avLst/>
          </a:prstGeom>
          <a:noFill/>
        </p:spPr>
        <p:txBody>
          <a:bodyPr wrap="square" rtlCol="0">
            <a:spAutoFit/>
          </a:bodyPr>
          <a:lstStyle/>
          <a:p>
            <a:r>
              <a:rPr lang="en-IN" sz="1600" b="1" dirty="0"/>
              <a:t>     Programming Languages:</a:t>
            </a:r>
          </a:p>
          <a:p>
            <a:pPr marL="285750" indent="-285750">
              <a:buFont typeface="Arial" panose="020B0604020202020204" pitchFamily="34" charset="0"/>
              <a:buChar char="•"/>
            </a:pPr>
            <a:r>
              <a:rPr lang="en-IN" sz="1600" dirty="0"/>
              <a:t>Python 3.8+ → for AI/ML model development</a:t>
            </a:r>
          </a:p>
          <a:p>
            <a:pPr marL="285750" indent="-285750">
              <a:buFont typeface="Arial" panose="020B0604020202020204" pitchFamily="34" charset="0"/>
              <a:buChar char="•"/>
            </a:pPr>
            <a:r>
              <a:rPr lang="en-IN" sz="1600" dirty="0"/>
              <a:t>Java (Android Studio) → for mobile app</a:t>
            </a:r>
          </a:p>
          <a:p>
            <a:pPr marL="285750" indent="-285750">
              <a:buFont typeface="Arial" panose="020B0604020202020204" pitchFamily="34" charset="0"/>
              <a:buChar char="•"/>
            </a:pPr>
            <a:r>
              <a:rPr lang="en-IN" sz="1600" dirty="0"/>
              <a:t>JavaScript (React.js / Node.js) → if web-based frontend/backend</a:t>
            </a:r>
          </a:p>
        </p:txBody>
      </p:sp>
      <p:sp>
        <p:nvSpPr>
          <p:cNvPr id="5" name="TextBox 4">
            <a:extLst>
              <a:ext uri="{FF2B5EF4-FFF2-40B4-BE49-F238E27FC236}">
                <a16:creationId xmlns:a16="http://schemas.microsoft.com/office/drawing/2014/main" id="{14B81DD9-A298-C695-32E1-30771BADE8FE}"/>
              </a:ext>
            </a:extLst>
          </p:cNvPr>
          <p:cNvSpPr txBox="1"/>
          <p:nvPr/>
        </p:nvSpPr>
        <p:spPr>
          <a:xfrm>
            <a:off x="6884670" y="1474829"/>
            <a:ext cx="4596130" cy="3170099"/>
          </a:xfrm>
          <a:prstGeom prst="rect">
            <a:avLst/>
          </a:prstGeom>
          <a:noFill/>
        </p:spPr>
        <p:txBody>
          <a:bodyPr wrap="square" rtlCol="0">
            <a:spAutoFit/>
          </a:bodyPr>
          <a:lstStyle/>
          <a:p>
            <a:r>
              <a:rPr lang="en-IN" sz="1600" b="1" dirty="0"/>
              <a:t>Frameworks &amp; Libraries</a:t>
            </a:r>
          </a:p>
          <a:p>
            <a:endParaRPr lang="en-IN" sz="1600" b="1" dirty="0"/>
          </a:p>
          <a:p>
            <a:pPr marL="285750" indent="-285750">
              <a:buFont typeface="Arial" panose="020B0604020202020204" pitchFamily="34" charset="0"/>
              <a:buChar char="•"/>
            </a:pPr>
            <a:r>
              <a:rPr lang="en-IN" b="1" dirty="0"/>
              <a:t>AI/ML</a:t>
            </a:r>
            <a:r>
              <a:rPr lang="en-IN" dirty="0"/>
              <a:t>:</a:t>
            </a:r>
          </a:p>
          <a:p>
            <a:pPr marL="285750" lvl="1" indent="-285750">
              <a:buFont typeface="Wingdings" panose="05000000000000000000" pitchFamily="2" charset="2"/>
              <a:buChar char="Ø"/>
            </a:pPr>
            <a:r>
              <a:rPr lang="en-IN" dirty="0"/>
              <a:t>TensorFlow / </a:t>
            </a:r>
            <a:r>
              <a:rPr lang="en-IN" dirty="0" err="1"/>
              <a:t>PyTorch</a:t>
            </a:r>
            <a:r>
              <a:rPr lang="en-IN" dirty="0"/>
              <a:t> → Deep learning models</a:t>
            </a:r>
          </a:p>
          <a:p>
            <a:pPr marL="285750" lvl="1" indent="-285750">
              <a:buFont typeface="Wingdings" panose="05000000000000000000" pitchFamily="2" charset="2"/>
              <a:buChar char="Ø"/>
            </a:pPr>
            <a:r>
              <a:rPr lang="en-IN" dirty="0" err="1"/>
              <a:t>Keras</a:t>
            </a:r>
            <a:r>
              <a:rPr lang="en-IN" dirty="0"/>
              <a:t> → High-level API</a:t>
            </a:r>
          </a:p>
          <a:p>
            <a:pPr marL="285750" lvl="1" indent="-285750">
              <a:buFont typeface="Wingdings" panose="05000000000000000000" pitchFamily="2" charset="2"/>
              <a:buChar char="Ø"/>
            </a:pPr>
            <a:r>
              <a:rPr lang="en-IN" dirty="0"/>
              <a:t>scikit-learn → Evaluation metrics</a:t>
            </a:r>
          </a:p>
          <a:p>
            <a:pPr marL="285750" lvl="1" indent="-285750">
              <a:buFont typeface="Wingdings" panose="05000000000000000000" pitchFamily="2" charset="2"/>
              <a:buChar char="Ø"/>
            </a:pPr>
            <a:r>
              <a:rPr lang="en-IN" dirty="0"/>
              <a:t>OpenCV / PIL → Image preprocessing</a:t>
            </a:r>
          </a:p>
          <a:p>
            <a:pPr marL="285750" lvl="1" indent="-285750">
              <a:buFont typeface="Wingdings" panose="05000000000000000000" pitchFamily="2" charset="2"/>
              <a:buChar char="Ø"/>
            </a:pPr>
            <a:endParaRPr lang="en-IN" dirty="0"/>
          </a:p>
          <a:p>
            <a:pPr marL="285750" indent="-285750">
              <a:buFont typeface="Arial" panose="020B0604020202020204" pitchFamily="34" charset="0"/>
              <a:buChar char="•"/>
            </a:pPr>
            <a:r>
              <a:rPr lang="en-IN" b="1" dirty="0"/>
              <a:t>Frontend</a:t>
            </a:r>
            <a:r>
              <a:rPr lang="en-IN" dirty="0"/>
              <a:t>:</a:t>
            </a:r>
          </a:p>
          <a:p>
            <a:pPr marL="285750" lvl="1" indent="-285750">
              <a:buFont typeface="Wingdings" panose="05000000000000000000" pitchFamily="2" charset="2"/>
              <a:buChar char="Ø"/>
            </a:pPr>
            <a:r>
              <a:rPr lang="en-IN" dirty="0"/>
              <a:t>Flutter / Android SDK (for mobile)</a:t>
            </a:r>
          </a:p>
          <a:p>
            <a:pPr marL="285750" lvl="1" indent="-285750">
              <a:buFont typeface="Wingdings" panose="05000000000000000000" pitchFamily="2" charset="2"/>
              <a:buChar char="Ø"/>
            </a:pPr>
            <a:r>
              <a:rPr lang="en-IN" dirty="0"/>
              <a:t>React.js (for web)</a:t>
            </a:r>
          </a:p>
          <a:p>
            <a:pPr marL="285750" lvl="1" indent="-285750">
              <a:buFont typeface="Wingdings" panose="05000000000000000000" pitchFamily="2" charset="2"/>
              <a:buChar char="Ø"/>
            </a:pPr>
            <a:endParaRPr lang="en-IN" dirty="0"/>
          </a:p>
          <a:p>
            <a:pPr marL="285750" indent="-285750">
              <a:buFont typeface="Arial" panose="020B0604020202020204" pitchFamily="34" charset="0"/>
              <a:buChar char="•"/>
            </a:pPr>
            <a:r>
              <a:rPr lang="en-IN" b="1" dirty="0"/>
              <a:t>Backend</a:t>
            </a:r>
            <a:r>
              <a:rPr lang="en-IN" dirty="0"/>
              <a:t>:</a:t>
            </a:r>
          </a:p>
          <a:p>
            <a:pPr marL="285750" lvl="1" indent="-285750">
              <a:buFont typeface="Wingdings" panose="05000000000000000000" pitchFamily="2" charset="2"/>
              <a:buChar char="Ø"/>
            </a:pPr>
            <a:r>
              <a:rPr lang="en-IN" dirty="0"/>
              <a:t>Flask / </a:t>
            </a:r>
            <a:r>
              <a:rPr lang="en-IN" dirty="0" err="1"/>
              <a:t>FastAPI</a:t>
            </a:r>
            <a:r>
              <a:rPr lang="en-IN" dirty="0"/>
              <a:t> / Django (for API + model hosting)</a:t>
            </a:r>
          </a:p>
        </p:txBody>
      </p:sp>
    </p:spTree>
    <p:extLst>
      <p:ext uri="{BB962C8B-B14F-4D97-AF65-F5344CB8AC3E}">
        <p14:creationId xmlns:p14="http://schemas.microsoft.com/office/powerpoint/2010/main" val="33388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314450"/>
            <a:ext cx="10668000" cy="4229100"/>
          </a:xfrm>
          <a:prstGeom prst="rect">
            <a:avLst/>
          </a:prstGeom>
          <a:noFill/>
          <a:ln>
            <a:noFill/>
          </a:ln>
        </p:spPr>
        <p:txBody>
          <a:bodyPr spcFirstLastPara="1" wrap="square" lIns="91425" tIns="45700" rIns="91425" bIns="45700" anchor="t" anchorCtr="0">
            <a:normAutofit/>
          </a:bodyPr>
          <a:lstStyle/>
          <a:p>
            <a:pPr marL="76200" indent="0">
              <a:buNone/>
            </a:pPr>
            <a:r>
              <a:rPr lang="en-US" sz="2000" dirty="0">
                <a:latin typeface="Cambria" panose="02040503050406030204" pitchFamily="18" charset="0"/>
                <a:ea typeface="Cambria" panose="02040503050406030204" pitchFamily="18" charset="0"/>
              </a:rPr>
              <a:t>The main objective of this project is to develop an AI-based tool capable of providing preliminary diagnosis of dermatological manifestations using image processing and machine learning techniques.</a:t>
            </a:r>
          </a:p>
          <a:p>
            <a:pPr marL="76200" indent="0">
              <a:buNone/>
            </a:pPr>
            <a:endParaRPr lang="en-US" sz="2000"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Assist in early detection</a:t>
            </a:r>
            <a:r>
              <a:rPr lang="en-US" sz="2000" dirty="0">
                <a:latin typeface="Cambria" panose="02040503050406030204" pitchFamily="18" charset="0"/>
                <a:ea typeface="Cambria" panose="02040503050406030204" pitchFamily="18" charset="0"/>
              </a:rPr>
              <a:t> of common and serious skin conditions through automated image analysis.</a:t>
            </a:r>
          </a:p>
          <a:p>
            <a:r>
              <a:rPr lang="en-US" sz="2000" b="1" dirty="0">
                <a:latin typeface="Cambria" panose="02040503050406030204" pitchFamily="18" charset="0"/>
                <a:ea typeface="Cambria" panose="02040503050406030204" pitchFamily="18" charset="0"/>
              </a:rPr>
              <a:t>Provide cost-effective and accessible healthcare support</a:t>
            </a:r>
            <a:r>
              <a:rPr lang="en-US" sz="2000" dirty="0">
                <a:latin typeface="Cambria" panose="02040503050406030204" pitchFamily="18" charset="0"/>
                <a:ea typeface="Cambria" panose="02040503050406030204" pitchFamily="18" charset="0"/>
              </a:rPr>
              <a:t> to underserved and resource-limited regions where dermatologists and laboratory facilities are scarce.</a:t>
            </a:r>
          </a:p>
          <a:p>
            <a:r>
              <a:rPr lang="en-US" sz="2000" b="1" dirty="0">
                <a:latin typeface="Cambria" panose="02040503050406030204" pitchFamily="18" charset="0"/>
                <a:ea typeface="Cambria" panose="02040503050406030204" pitchFamily="18" charset="0"/>
              </a:rPr>
              <a:t>Reduce the burden on healthcare professionals</a:t>
            </a:r>
            <a:r>
              <a:rPr lang="en-US" sz="2000" dirty="0">
                <a:latin typeface="Cambria" panose="02040503050406030204" pitchFamily="18" charset="0"/>
                <a:ea typeface="Cambria" panose="02040503050406030204" pitchFamily="18" charset="0"/>
              </a:rPr>
              <a:t> by offering an initial screening tool that can prioritize cases and guide patients toward timely medical consultation.</a:t>
            </a:r>
          </a:p>
          <a:p>
            <a:r>
              <a:rPr lang="en-US" sz="2000" b="1" dirty="0">
                <a:latin typeface="Cambria" panose="02040503050406030204" pitchFamily="18" charset="0"/>
                <a:ea typeface="Cambria" panose="02040503050406030204" pitchFamily="18" charset="0"/>
              </a:rPr>
              <a:t>Enhance patient awareness and self-monitoring</a:t>
            </a:r>
            <a:r>
              <a:rPr lang="en-US" sz="2000" dirty="0">
                <a:latin typeface="Cambria" panose="02040503050406030204" pitchFamily="18" charset="0"/>
                <a:ea typeface="Cambria" panose="02040503050406030204" pitchFamily="18" charset="0"/>
              </a:rPr>
              <a:t> by providing easy-to-understand results and recommendations.</a:t>
            </a:r>
          </a:p>
        </p:txBody>
      </p:sp>
    </p:spTree>
    <p:extLst>
      <p:ext uri="{BB962C8B-B14F-4D97-AF65-F5344CB8AC3E}">
        <p14:creationId xmlns:p14="http://schemas.microsoft.com/office/powerpoint/2010/main" val="2000455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graphicFrame>
        <p:nvGraphicFramePr>
          <p:cNvPr id="2" name="Diagram 1">
            <a:extLst>
              <a:ext uri="{FF2B5EF4-FFF2-40B4-BE49-F238E27FC236}">
                <a16:creationId xmlns:a16="http://schemas.microsoft.com/office/drawing/2014/main" id="{5CC860D7-2CB9-4BD9-5C2C-00C99EA237A6}"/>
              </a:ext>
            </a:extLst>
          </p:cNvPr>
          <p:cNvGraphicFramePr/>
          <p:nvPr>
            <p:extLst>
              <p:ext uri="{D42A27DB-BD31-4B8C-83A1-F6EECF244321}">
                <p14:modId xmlns:p14="http://schemas.microsoft.com/office/powerpoint/2010/main" val="1600951395"/>
              </p:ext>
            </p:extLst>
          </p:nvPr>
        </p:nvGraphicFramePr>
        <p:xfrm>
          <a:off x="1917700" y="1154430"/>
          <a:ext cx="8152130" cy="49834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79890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5" name="Rectangle 3">
            <a:extLst>
              <a:ext uri="{FF2B5EF4-FFF2-40B4-BE49-F238E27FC236}">
                <a16:creationId xmlns:a16="http://schemas.microsoft.com/office/drawing/2014/main" id="{7E956AAD-A343-4754-CDF9-0BFD5FEA1A97}"/>
              </a:ext>
            </a:extLst>
          </p:cNvPr>
          <p:cNvSpPr>
            <a:spLocks noGrp="1" noChangeArrowheads="1"/>
          </p:cNvSpPr>
          <p:nvPr>
            <p:ph type="body" idx="1"/>
          </p:nvPr>
        </p:nvSpPr>
        <p:spPr bwMode="auto">
          <a:xfrm>
            <a:off x="594360" y="1877220"/>
            <a:ext cx="1100328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Arial" panose="020B0604020202020204" pitchFamily="34" charset="0"/>
              </a:rPr>
              <a:t>Deep Learning in Skin Disease Image Recognition: A Review</a:t>
            </a:r>
            <a:r>
              <a:rPr kumimoji="0" lang="en-US" altLang="en-US" sz="1800" b="0" i="0" u="none" strike="noStrike" cap="none" normalizeH="0" baseline="0" dirty="0">
                <a:ln>
                  <a:noFill/>
                </a:ln>
                <a:solidFill>
                  <a:schemeClr val="tx1"/>
                </a:solidFill>
                <a:effectLst/>
                <a:latin typeface="Arial" panose="020B0604020202020204" pitchFamily="34" charset="0"/>
              </a:rPr>
              <a:t>, IEEE Xplore.</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Liu Y., Jain A., Eng C., et al., “A deep learning system for differential diagnosis of skin diseases,” </a:t>
            </a:r>
            <a:r>
              <a:rPr kumimoji="0" lang="en-US" altLang="en-US" sz="1800" b="0" i="1" u="none" strike="noStrike" cap="none" normalizeH="0" baseline="0" dirty="0" err="1">
                <a:ln>
                  <a:noFill/>
                </a:ln>
                <a:solidFill>
                  <a:schemeClr val="tx1"/>
                </a:solidFill>
                <a:effectLst/>
                <a:latin typeface="Arial" panose="020B0604020202020204" pitchFamily="34" charset="0"/>
              </a:rPr>
              <a:t>arXiv</a:t>
            </a:r>
            <a:r>
              <a:rPr kumimoji="0" lang="en-US" altLang="en-US" sz="1800" b="0" i="0" u="none" strike="noStrike" cap="none" normalizeH="0" baseline="0" dirty="0">
                <a:ln>
                  <a:noFill/>
                </a:ln>
                <a:solidFill>
                  <a:schemeClr val="tx1"/>
                </a:solidFill>
                <a:effectLst/>
                <a:latin typeface="Arial" panose="020B0604020202020204" pitchFamily="34" charset="0"/>
              </a:rPr>
              <a:t>, 2019.</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Arial" panose="020B0604020202020204" pitchFamily="34" charset="0"/>
              </a:rPr>
              <a:t>Diagnosis of skin diseases in the era of deep learning and mobile technology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err="1">
                <a:ln>
                  <a:noFill/>
                </a:ln>
                <a:solidFill>
                  <a:schemeClr val="tx1"/>
                </a:solidFill>
                <a:effectLst/>
                <a:latin typeface="Arial" panose="020B0604020202020204" pitchFamily="34" charset="0"/>
              </a:rPr>
              <a:t>Comput</a:t>
            </a:r>
            <a:r>
              <a:rPr kumimoji="0" lang="en-US" altLang="en-US" sz="1800" b="0" i="1" u="none" strike="noStrike" cap="none" normalizeH="0" baseline="0" dirty="0">
                <a:ln>
                  <a:noFill/>
                </a:ln>
                <a:solidFill>
                  <a:schemeClr val="tx1"/>
                </a:solidFill>
                <a:effectLst/>
                <a:latin typeface="Arial" panose="020B0604020202020204" pitchFamily="34" charset="0"/>
              </a:rPr>
              <a:t>. Biol. Med.</a:t>
            </a:r>
            <a:r>
              <a:rPr kumimoji="0" lang="en-US" altLang="en-US" sz="1800" b="0" i="0" u="none" strike="noStrike" cap="none" normalizeH="0" baseline="0" dirty="0">
                <a:ln>
                  <a:noFill/>
                </a:ln>
                <a:solidFill>
                  <a:schemeClr val="tx1"/>
                </a:solidFill>
                <a:effectLst/>
                <a:latin typeface="Arial" panose="020B0604020202020204" pitchFamily="34" charset="0"/>
              </a:rPr>
              <a:t>, vol. 134, Jul. 2021.</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Malik S. G., Jamil S. S., Aziz A., et al., “High-Precision Skin Disease Diagnosis through Deep Learning on </a:t>
            </a:r>
            <a:r>
              <a:rPr kumimoji="0" lang="en-US" altLang="en-US" sz="1800" b="0" i="0" u="none" strike="noStrike" cap="none" normalizeH="0" baseline="0" dirty="0" err="1">
                <a:ln>
                  <a:noFill/>
                </a:ln>
                <a:solidFill>
                  <a:schemeClr val="tx1"/>
                </a:solidFill>
                <a:effectLst/>
                <a:latin typeface="Arial" panose="020B0604020202020204" pitchFamily="34" charset="0"/>
              </a:rPr>
              <a:t>Dermoscopic</a:t>
            </a:r>
            <a:r>
              <a:rPr kumimoji="0" lang="en-US" altLang="en-US" sz="1800" b="0" i="0" u="none" strike="noStrike" cap="none" normalizeH="0" baseline="0" dirty="0">
                <a:ln>
                  <a:noFill/>
                </a:ln>
                <a:solidFill>
                  <a:schemeClr val="tx1"/>
                </a:solidFill>
                <a:effectLst/>
                <a:latin typeface="Arial" panose="020B0604020202020204" pitchFamily="34" charset="0"/>
              </a:rPr>
              <a:t> Images,” </a:t>
            </a:r>
            <a:r>
              <a:rPr kumimoji="0" lang="en-US" altLang="en-US" sz="1800" b="0" i="1" u="none" strike="noStrike" cap="none" normalizeH="0" baseline="0" dirty="0">
                <a:ln>
                  <a:noFill/>
                </a:ln>
                <a:solidFill>
                  <a:schemeClr val="tx1"/>
                </a:solidFill>
                <a:effectLst/>
                <a:latin typeface="Arial" panose="020B0604020202020204" pitchFamily="34" charset="0"/>
              </a:rPr>
              <a:t>Bioengineering</a:t>
            </a:r>
            <a:r>
              <a:rPr kumimoji="0" lang="en-US" altLang="en-US" sz="1800" b="0" i="0" u="none" strike="noStrike" cap="none" normalizeH="0" baseline="0" dirty="0">
                <a:ln>
                  <a:noFill/>
                </a:ln>
                <a:solidFill>
                  <a:schemeClr val="tx1"/>
                </a:solidFill>
                <a:effectLst/>
                <a:latin typeface="Arial" panose="020B0604020202020204" pitchFamily="34" charset="0"/>
              </a:rPr>
              <a:t>, vol. 11, no. 9, 2024.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682</TotalTime>
  <Words>962</Words>
  <Application>Microsoft Office PowerPoint</Application>
  <PresentationFormat>Widescreen</PresentationFormat>
  <Paragraphs>124</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Cambria</vt:lpstr>
      <vt:lpstr>Verdana</vt:lpstr>
      <vt:lpstr>Wingdings</vt:lpstr>
      <vt:lpstr>Bioinformatics</vt:lpstr>
      <vt:lpstr>Al-based tool for preliminary diagnosis of Dermatological manifestations</vt:lpstr>
      <vt:lpstr>Problem Statement Number: </vt:lpstr>
      <vt:lpstr>Content</vt:lpstr>
      <vt:lpstr>Analysis of Problem Statement</vt:lpstr>
      <vt:lpstr>Github Link</vt:lpstr>
      <vt:lpstr>Analysis of Problem Statement (contd...)</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H-20P3348-NALLIN KUMAR A B</cp:lastModifiedBy>
  <cp:revision>46</cp:revision>
  <dcterms:modified xsi:type="dcterms:W3CDTF">2025-12-01T12:34:15Z</dcterms:modified>
</cp:coreProperties>
</file>